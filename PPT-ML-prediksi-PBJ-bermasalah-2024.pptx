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69" r:id="rId2"/>
    <p:sldId id="282" r:id="rId3"/>
    <p:sldId id="283" r:id="rId4"/>
    <p:sldId id="272" r:id="rId5"/>
    <p:sldId id="273" r:id="rId6"/>
    <p:sldId id="281" r:id="rId7"/>
    <p:sldId id="274" r:id="rId8"/>
    <p:sldId id="277" r:id="rId9"/>
    <p:sldId id="284" r:id="rId10"/>
    <p:sldId id="280" r:id="rId11"/>
  </p:sldIdLst>
  <p:sldSz cx="18288000" cy="10287000"/>
  <p:notesSz cx="6858000" cy="9144000"/>
  <p:embeddedFontLst>
    <p:embeddedFont>
      <p:font typeface="Arimo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One Little Font" panose="020B0604020202020204" charset="0"/>
      <p:regular r:id="rId16"/>
    </p:embeddedFont>
    <p:embeddedFont>
      <p:font typeface="Sensei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212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EBD32-7519-4161-9BF2-95EF31A5A5CA}" v="46" dt="2025-06-09T16:36:2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95" y="4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ordinator Pengawasan II" userId="5f29a77b-db85-4a2c-a9d7-4b7e8e310ec1" providerId="ADAL" clId="{0D2EBD32-7519-4161-9BF2-95EF31A5A5CA}"/>
    <pc:docChg chg="undo redo custSel addSld delSld modSld sldOrd">
      <pc:chgData name="Koordinator Pengawasan II" userId="5f29a77b-db85-4a2c-a9d7-4b7e8e310ec1" providerId="ADAL" clId="{0D2EBD32-7519-4161-9BF2-95EF31A5A5CA}" dt="2025-06-09T16:44:36.870" v="880" actId="20577"/>
      <pc:docMkLst>
        <pc:docMk/>
      </pc:docMkLst>
      <pc:sldChg chg="del ord">
        <pc:chgData name="Koordinator Pengawasan II" userId="5f29a77b-db85-4a2c-a9d7-4b7e8e310ec1" providerId="ADAL" clId="{0D2EBD32-7519-4161-9BF2-95EF31A5A5CA}" dt="2025-06-09T16:34:02.037" v="782" actId="47"/>
        <pc:sldMkLst>
          <pc:docMk/>
          <pc:sldMk cId="0" sldId="258"/>
        </pc:sldMkLst>
      </pc:sldChg>
      <pc:sldChg chg="addSp modSp mod">
        <pc:chgData name="Koordinator Pengawasan II" userId="5f29a77b-db85-4a2c-a9d7-4b7e8e310ec1" providerId="ADAL" clId="{0D2EBD32-7519-4161-9BF2-95EF31A5A5CA}" dt="2025-06-09T16:36:32.442" v="833" actId="20577"/>
        <pc:sldMkLst>
          <pc:docMk/>
          <pc:sldMk cId="0" sldId="269"/>
        </pc:sldMkLst>
        <pc:spChg chg="add mod">
          <ac:chgData name="Koordinator Pengawasan II" userId="5f29a77b-db85-4a2c-a9d7-4b7e8e310ec1" providerId="ADAL" clId="{0D2EBD32-7519-4161-9BF2-95EF31A5A5CA}" dt="2025-06-09T16:36:32.442" v="833" actId="20577"/>
          <ac:spMkLst>
            <pc:docMk/>
            <pc:sldMk cId="0" sldId="269"/>
            <ac:spMk id="3" creationId="{A0707009-EA40-A27C-D63A-6272CDD0CA8B}"/>
          </ac:spMkLst>
        </pc:spChg>
        <pc:spChg chg="mod">
          <ac:chgData name="Koordinator Pengawasan II" userId="5f29a77b-db85-4a2c-a9d7-4b7e8e310ec1" providerId="ADAL" clId="{0D2EBD32-7519-4161-9BF2-95EF31A5A5CA}" dt="2025-06-09T16:34:15.246" v="785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4:22.567" v="786" actId="1076"/>
          <ac:spMkLst>
            <pc:docMk/>
            <pc:sldMk cId="0" sldId="269"/>
            <ac:spMk id="6" creationId="{CC820215-F5A6-D819-5917-99F55F517CD7}"/>
          </ac:spMkLst>
        </pc:spChg>
      </pc:sldChg>
      <pc:sldChg chg="del">
        <pc:chgData name="Koordinator Pengawasan II" userId="5f29a77b-db85-4a2c-a9d7-4b7e8e310ec1" providerId="ADAL" clId="{0D2EBD32-7519-4161-9BF2-95EF31A5A5CA}" dt="2025-06-09T16:06:41.255" v="12" actId="47"/>
        <pc:sldMkLst>
          <pc:docMk/>
          <pc:sldMk cId="0" sldId="271"/>
        </pc:sldMkLst>
      </pc:sldChg>
      <pc:sldChg chg="delSp modSp mod ord">
        <pc:chgData name="Koordinator Pengawasan II" userId="5f29a77b-db85-4a2c-a9d7-4b7e8e310ec1" providerId="ADAL" clId="{0D2EBD32-7519-4161-9BF2-95EF31A5A5CA}" dt="2025-06-09T16:11:02.408" v="127" actId="2710"/>
        <pc:sldMkLst>
          <pc:docMk/>
          <pc:sldMk cId="0" sldId="272"/>
        </pc:sldMkLst>
        <pc:spChg chg="mod">
          <ac:chgData name="Koordinator Pengawasan II" userId="5f29a77b-db85-4a2c-a9d7-4b7e8e310ec1" providerId="ADAL" clId="{0D2EBD32-7519-4161-9BF2-95EF31A5A5CA}" dt="2025-06-09T16:10:45.213" v="115" actId="141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0:57.243" v="126" actId="1036"/>
          <ac:spMkLst>
            <pc:docMk/>
            <pc:sldMk cId="0" sldId="272"/>
            <ac:spMk id="3" creationId="{00000000-0000-0000-0000-000000000000}"/>
          </ac:spMkLst>
        </pc:spChg>
        <pc:spChg chg="del">
          <ac:chgData name="Koordinator Pengawasan II" userId="5f29a77b-db85-4a2c-a9d7-4b7e8e310ec1" providerId="ADAL" clId="{0D2EBD32-7519-4161-9BF2-95EF31A5A5CA}" dt="2025-06-09T16:10:53.893" v="119" actId="478"/>
          <ac:spMkLst>
            <pc:docMk/>
            <pc:sldMk cId="0" sldId="272"/>
            <ac:spMk id="8" creationId="{00000000-0000-0000-0000-000000000000}"/>
          </ac:spMkLst>
        </pc:spChg>
        <pc:spChg chg="del topLvl">
          <ac:chgData name="Koordinator Pengawasan II" userId="5f29a77b-db85-4a2c-a9d7-4b7e8e310ec1" providerId="ADAL" clId="{0D2EBD32-7519-4161-9BF2-95EF31A5A5CA}" dt="2025-06-09T16:10:47.982" v="116" actId="478"/>
          <ac:spMkLst>
            <pc:docMk/>
            <pc:sldMk cId="0" sldId="272"/>
            <ac:spMk id="12" creationId="{00000000-0000-0000-0000-000000000000}"/>
          </ac:spMkLst>
        </pc:spChg>
        <pc:spChg chg="del mod topLvl">
          <ac:chgData name="Koordinator Pengawasan II" userId="5f29a77b-db85-4a2c-a9d7-4b7e8e310ec1" providerId="ADAL" clId="{0D2EBD32-7519-4161-9BF2-95EF31A5A5CA}" dt="2025-06-09T16:10:51.517" v="118" actId="478"/>
          <ac:spMkLst>
            <pc:docMk/>
            <pc:sldMk cId="0" sldId="272"/>
            <ac:spMk id="13" creationId="{00000000-0000-0000-0000-000000000000}"/>
          </ac:spMkLst>
        </pc:spChg>
        <pc:spChg chg="del topLvl">
          <ac:chgData name="Koordinator Pengawasan II" userId="5f29a77b-db85-4a2c-a9d7-4b7e8e310ec1" providerId="ADAL" clId="{0D2EBD32-7519-4161-9BF2-95EF31A5A5CA}" dt="2025-06-09T16:10:47.982" v="116" actId="47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1:02.408" v="127" actId="2710"/>
          <ac:spMkLst>
            <pc:docMk/>
            <pc:sldMk cId="0" sldId="272"/>
            <ac:spMk id="16" creationId="{00000000-0000-0000-0000-000000000000}"/>
          </ac:spMkLst>
        </pc:spChg>
        <pc:grpChg chg="del">
          <ac:chgData name="Koordinator Pengawasan II" userId="5f29a77b-db85-4a2c-a9d7-4b7e8e310ec1" providerId="ADAL" clId="{0D2EBD32-7519-4161-9BF2-95EF31A5A5CA}" dt="2025-06-09T16:10:47.982" v="116" actId="478"/>
          <ac:grpSpMkLst>
            <pc:docMk/>
            <pc:sldMk cId="0" sldId="272"/>
            <ac:grpSpMk id="10" creationId="{00000000-0000-0000-0000-000000000000}"/>
          </ac:grpSpMkLst>
        </pc:grpChg>
        <pc:grpChg chg="del topLvl">
          <ac:chgData name="Koordinator Pengawasan II" userId="5f29a77b-db85-4a2c-a9d7-4b7e8e310ec1" providerId="ADAL" clId="{0D2EBD32-7519-4161-9BF2-95EF31A5A5CA}" dt="2025-06-09T16:10:47.982" v="116" actId="478"/>
          <ac:grpSpMkLst>
            <pc:docMk/>
            <pc:sldMk cId="0" sldId="272"/>
            <ac:grpSpMk id="11" creationId="{00000000-0000-0000-0000-000000000000}"/>
          </ac:grpSpMkLst>
        </pc:grpChg>
      </pc:sldChg>
      <pc:sldChg chg="addSp delSp modSp mod">
        <pc:chgData name="Koordinator Pengawasan II" userId="5f29a77b-db85-4a2c-a9d7-4b7e8e310ec1" providerId="ADAL" clId="{0D2EBD32-7519-4161-9BF2-95EF31A5A5CA}" dt="2025-06-09T16:19:56.765" v="600" actId="20577"/>
        <pc:sldMkLst>
          <pc:docMk/>
          <pc:sldMk cId="0" sldId="273"/>
        </pc:sldMkLst>
        <pc:spChg chg="mod topLvl">
          <ac:chgData name="Koordinator Pengawasan II" userId="5f29a77b-db85-4a2c-a9d7-4b7e8e310ec1" providerId="ADAL" clId="{0D2EBD32-7519-4161-9BF2-95EF31A5A5CA}" dt="2025-06-09T16:16:02.221" v="385" actId="165"/>
          <ac:spMkLst>
            <pc:docMk/>
            <pc:sldMk cId="0" sldId="273"/>
            <ac:spMk id="3" creationId="{00000000-0000-0000-0000-000000000000}"/>
          </ac:spMkLst>
        </pc:spChg>
        <pc:spChg chg="mod topLvl">
          <ac:chgData name="Koordinator Pengawasan II" userId="5f29a77b-db85-4a2c-a9d7-4b7e8e310ec1" providerId="ADAL" clId="{0D2EBD32-7519-4161-9BF2-95EF31A5A5CA}" dt="2025-06-09T16:16:02.221" v="385" actId="165"/>
          <ac:spMkLst>
            <pc:docMk/>
            <pc:sldMk cId="0" sldId="273"/>
            <ac:spMk id="4" creationId="{00000000-0000-0000-0000-000000000000}"/>
          </ac:spMkLst>
        </pc:spChg>
        <pc:spChg chg="mod topLvl">
          <ac:chgData name="Koordinator Pengawasan II" userId="5f29a77b-db85-4a2c-a9d7-4b7e8e310ec1" providerId="ADAL" clId="{0D2EBD32-7519-4161-9BF2-95EF31A5A5CA}" dt="2025-06-09T16:16:06.615" v="386" actId="208"/>
          <ac:spMkLst>
            <pc:docMk/>
            <pc:sldMk cId="0" sldId="273"/>
            <ac:spMk id="5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5:46.220" v="9" actId="20577"/>
          <ac:spMkLst>
            <pc:docMk/>
            <pc:sldMk cId="0" sldId="273"/>
            <ac:spMk id="6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7:37.297" v="410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7:43.798" v="412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7:39.917" v="411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7:51.878" v="413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8:15.618" v="418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18:11.738" v="417" actId="14100"/>
          <ac:spMkLst>
            <pc:docMk/>
            <pc:sldMk cId="0" sldId="273"/>
            <ac:spMk id="13" creationId="{00000000-0000-0000-0000-000000000000}"/>
          </ac:spMkLst>
        </pc:spChg>
        <pc:spChg chg="add del mod">
          <ac:chgData name="Koordinator Pengawasan II" userId="5f29a77b-db85-4a2c-a9d7-4b7e8e310ec1" providerId="ADAL" clId="{0D2EBD32-7519-4161-9BF2-95EF31A5A5CA}" dt="2025-06-09T16:17:30.435" v="408" actId="478"/>
          <ac:spMkLst>
            <pc:docMk/>
            <pc:sldMk cId="0" sldId="273"/>
            <ac:spMk id="16" creationId="{480F1013-FC62-5EC9-5038-00A755286942}"/>
          </ac:spMkLst>
        </pc:spChg>
        <pc:spChg chg="add mod">
          <ac:chgData name="Koordinator Pengawasan II" userId="5f29a77b-db85-4a2c-a9d7-4b7e8e310ec1" providerId="ADAL" clId="{0D2EBD32-7519-4161-9BF2-95EF31A5A5CA}" dt="2025-06-09T16:18:26.465" v="420"/>
          <ac:spMkLst>
            <pc:docMk/>
            <pc:sldMk cId="0" sldId="273"/>
            <ac:spMk id="17" creationId="{67D2DC34-DEDA-E415-011A-7EEE10345831}"/>
          </ac:spMkLst>
        </pc:spChg>
        <pc:spChg chg="add mod">
          <ac:chgData name="Koordinator Pengawasan II" userId="5f29a77b-db85-4a2c-a9d7-4b7e8e310ec1" providerId="ADAL" clId="{0D2EBD32-7519-4161-9BF2-95EF31A5A5CA}" dt="2025-06-09T16:18:30.097" v="422" actId="1076"/>
          <ac:spMkLst>
            <pc:docMk/>
            <pc:sldMk cId="0" sldId="273"/>
            <ac:spMk id="18" creationId="{4902F0BA-821A-4030-EAFD-7CDAE555D23F}"/>
          </ac:spMkLst>
        </pc:spChg>
        <pc:spChg chg="add mod">
          <ac:chgData name="Koordinator Pengawasan II" userId="5f29a77b-db85-4a2c-a9d7-4b7e8e310ec1" providerId="ADAL" clId="{0D2EBD32-7519-4161-9BF2-95EF31A5A5CA}" dt="2025-06-09T16:18:47.181" v="443" actId="1076"/>
          <ac:spMkLst>
            <pc:docMk/>
            <pc:sldMk cId="0" sldId="273"/>
            <ac:spMk id="19" creationId="{8406FCD4-2842-F11E-9BA1-2E1B3C94E4EC}"/>
          </ac:spMkLst>
        </pc:spChg>
        <pc:spChg chg="add mod">
          <ac:chgData name="Koordinator Pengawasan II" userId="5f29a77b-db85-4a2c-a9d7-4b7e8e310ec1" providerId="ADAL" clId="{0D2EBD32-7519-4161-9BF2-95EF31A5A5CA}" dt="2025-06-09T16:19:56.765" v="600" actId="20577"/>
          <ac:spMkLst>
            <pc:docMk/>
            <pc:sldMk cId="0" sldId="273"/>
            <ac:spMk id="20" creationId="{8438A800-1115-19C8-D841-624373CF4B87}"/>
          </ac:spMkLst>
        </pc:spChg>
        <pc:grpChg chg="del mod">
          <ac:chgData name="Koordinator Pengawasan II" userId="5f29a77b-db85-4a2c-a9d7-4b7e8e310ec1" providerId="ADAL" clId="{0D2EBD32-7519-4161-9BF2-95EF31A5A5CA}" dt="2025-06-09T16:16:02.221" v="385" actId="165"/>
          <ac:grpSpMkLst>
            <pc:docMk/>
            <pc:sldMk cId="0" sldId="273"/>
            <ac:grpSpMk id="2" creationId="{00000000-0000-0000-0000-000000000000}"/>
          </ac:grpSpMkLst>
        </pc:grpChg>
        <pc:picChg chg="mod">
          <ac:chgData name="Koordinator Pengawasan II" userId="5f29a77b-db85-4a2c-a9d7-4b7e8e310ec1" providerId="ADAL" clId="{0D2EBD32-7519-4161-9BF2-95EF31A5A5CA}" dt="2025-06-09T16:18:06.890" v="416" actId="14100"/>
          <ac:picMkLst>
            <pc:docMk/>
            <pc:sldMk cId="0" sldId="273"/>
            <ac:picMk id="10" creationId="{00000000-0000-0000-0000-000000000000}"/>
          </ac:picMkLst>
        </pc:picChg>
        <pc:picChg chg="add mod">
          <ac:chgData name="Koordinator Pengawasan II" userId="5f29a77b-db85-4a2c-a9d7-4b7e8e310ec1" providerId="ADAL" clId="{0D2EBD32-7519-4161-9BF2-95EF31A5A5CA}" dt="2025-06-09T16:18:17.699" v="419" actId="1076"/>
          <ac:picMkLst>
            <pc:docMk/>
            <pc:sldMk cId="0" sldId="273"/>
            <ac:picMk id="15" creationId="{BC310CBB-65DC-1C18-8C80-3A310F7F5297}"/>
          </ac:picMkLst>
        </pc:picChg>
      </pc:sldChg>
      <pc:sldChg chg="modSp mod ord">
        <pc:chgData name="Koordinator Pengawasan II" userId="5f29a77b-db85-4a2c-a9d7-4b7e8e310ec1" providerId="ADAL" clId="{0D2EBD32-7519-4161-9BF2-95EF31A5A5CA}" dt="2025-06-09T16:22:12.118" v="623" actId="1076"/>
        <pc:sldMkLst>
          <pc:docMk/>
          <pc:sldMk cId="0" sldId="274"/>
        </pc:sldMkLst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1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13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3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39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41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4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47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59" creationId="{FC1797E0-9B9A-6C32-0C42-AD635491EC51}"/>
          </ac:spMkLst>
        </pc:spChg>
        <pc:spChg chg="mod">
          <ac:chgData name="Koordinator Pengawasan II" userId="5f29a77b-db85-4a2c-a9d7-4b7e8e310ec1" providerId="ADAL" clId="{0D2EBD32-7519-4161-9BF2-95EF31A5A5CA}" dt="2025-06-09T16:22:08.573" v="622" actId="14100"/>
          <ac:spMkLst>
            <pc:docMk/>
            <pc:sldMk cId="0" sldId="274"/>
            <ac:spMk id="60" creationId="{4633E7C8-5AEB-27BE-637A-40F6DA8DB9DC}"/>
          </ac:spMkLst>
        </pc:spChg>
        <pc:spChg chg="mod">
          <ac:chgData name="Koordinator Pengawasan II" userId="5f29a77b-db85-4a2c-a9d7-4b7e8e310ec1" providerId="ADAL" clId="{0D2EBD32-7519-4161-9BF2-95EF31A5A5CA}" dt="2025-06-09T16:20:29.039" v="601" actId="207"/>
          <ac:spMkLst>
            <pc:docMk/>
            <pc:sldMk cId="0" sldId="274"/>
            <ac:spMk id="61" creationId="{0A1F8C25-CA5B-5979-7B5C-4217CE065302}"/>
          </ac:spMkLst>
        </pc:spChg>
        <pc:grpChg chg="mod">
          <ac:chgData name="Koordinator Pengawasan II" userId="5f29a77b-db85-4a2c-a9d7-4b7e8e310ec1" providerId="ADAL" clId="{0D2EBD32-7519-4161-9BF2-95EF31A5A5CA}" dt="2025-06-09T16:22:12.118" v="623" actId="1076"/>
          <ac:grpSpMkLst>
            <pc:docMk/>
            <pc:sldMk cId="0" sldId="274"/>
            <ac:grpSpMk id="55" creationId="{FD4B8699-161B-9109-E832-33F9908B29AD}"/>
          </ac:grpSpMkLst>
        </pc:grpChg>
      </pc:sldChg>
      <pc:sldChg chg="modSp del mod">
        <pc:chgData name="Koordinator Pengawasan II" userId="5f29a77b-db85-4a2c-a9d7-4b7e8e310ec1" providerId="ADAL" clId="{0D2EBD32-7519-4161-9BF2-95EF31A5A5CA}" dt="2025-06-09T16:21:10.319" v="604" actId="47"/>
        <pc:sldMkLst>
          <pc:docMk/>
          <pc:sldMk cId="0" sldId="276"/>
        </pc:sldMkLst>
        <pc:spChg chg="mod">
          <ac:chgData name="Koordinator Pengawasan II" userId="5f29a77b-db85-4a2c-a9d7-4b7e8e310ec1" providerId="ADAL" clId="{0D2EBD32-7519-4161-9BF2-95EF31A5A5CA}" dt="2025-06-09T16:05:54.734" v="10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5:54.734" v="10" actId="207"/>
          <ac:spMkLst>
            <pc:docMk/>
            <pc:sldMk cId="0" sldId="276"/>
            <ac:spMk id="1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5:54.734" v="10" actId="207"/>
          <ac:spMkLst>
            <pc:docMk/>
            <pc:sldMk cId="0" sldId="276"/>
            <ac:spMk id="13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5:54.734" v="10" actId="207"/>
          <ac:spMkLst>
            <pc:docMk/>
            <pc:sldMk cId="0" sldId="276"/>
            <ac:spMk id="1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5:54.734" v="10" actId="207"/>
          <ac:spMkLst>
            <pc:docMk/>
            <pc:sldMk cId="0" sldId="276"/>
            <ac:spMk id="16" creationId="{00000000-0000-0000-0000-000000000000}"/>
          </ac:spMkLst>
        </pc:spChg>
      </pc:sldChg>
      <pc:sldChg chg="addSp delSp modSp mod">
        <pc:chgData name="Koordinator Pengawasan II" userId="5f29a77b-db85-4a2c-a9d7-4b7e8e310ec1" providerId="ADAL" clId="{0D2EBD32-7519-4161-9BF2-95EF31A5A5CA}" dt="2025-06-09T16:29:18.413" v="721" actId="20577"/>
        <pc:sldMkLst>
          <pc:docMk/>
          <pc:sldMk cId="0" sldId="277"/>
        </pc:sldMkLst>
        <pc:spChg chg="mod">
          <ac:chgData name="Koordinator Pengawasan II" userId="5f29a77b-db85-4a2c-a9d7-4b7e8e310ec1" providerId="ADAL" clId="{0D2EBD32-7519-4161-9BF2-95EF31A5A5CA}" dt="2025-06-09T16:22:46.029" v="654" actId="14100"/>
          <ac:spMkLst>
            <pc:docMk/>
            <pc:sldMk cId="0" sldId="277"/>
            <ac:spMk id="2" creationId="{00000000-0000-0000-0000-000000000000}"/>
          </ac:spMkLst>
        </pc:spChg>
        <pc:spChg chg="add mod">
          <ac:chgData name="Koordinator Pengawasan II" userId="5f29a77b-db85-4a2c-a9d7-4b7e8e310ec1" providerId="ADAL" clId="{0D2EBD32-7519-4161-9BF2-95EF31A5A5CA}" dt="2025-06-09T16:29:04.029" v="712" actId="207"/>
          <ac:spMkLst>
            <pc:docMk/>
            <pc:sldMk cId="0" sldId="277"/>
            <ac:spMk id="4" creationId="{FB27AF44-34EA-8EFC-4C13-490F7167DE51}"/>
          </ac:spMkLst>
        </pc:spChg>
        <pc:spChg chg="mod">
          <ac:chgData name="Koordinator Pengawasan II" userId="5f29a77b-db85-4a2c-a9d7-4b7e8e310ec1" providerId="ADAL" clId="{0D2EBD32-7519-4161-9BF2-95EF31A5A5CA}" dt="2025-06-09T16:06:07.360" v="11" actId="20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06:07.360" v="11" actId="207"/>
          <ac:spMkLst>
            <pc:docMk/>
            <pc:sldMk cId="0" sldId="277"/>
            <ac:spMk id="13" creationId="{00000000-0000-0000-0000-000000000000}"/>
          </ac:spMkLst>
        </pc:spChg>
        <pc:spChg chg="del mod topLvl">
          <ac:chgData name="Koordinator Pengawasan II" userId="5f29a77b-db85-4a2c-a9d7-4b7e8e310ec1" providerId="ADAL" clId="{0D2EBD32-7519-4161-9BF2-95EF31A5A5CA}" dt="2025-06-09T16:22:24.102" v="624" actId="478"/>
          <ac:spMkLst>
            <pc:docMk/>
            <pc:sldMk cId="0" sldId="277"/>
            <ac:spMk id="1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9:18.413" v="721" actId="20577"/>
          <ac:spMkLst>
            <pc:docMk/>
            <pc:sldMk cId="0" sldId="277"/>
            <ac:spMk id="16" creationId="{00000000-0000-0000-0000-000000000000}"/>
          </ac:spMkLst>
        </pc:spChg>
        <pc:grpChg chg="del">
          <ac:chgData name="Koordinator Pengawasan II" userId="5f29a77b-db85-4a2c-a9d7-4b7e8e310ec1" providerId="ADAL" clId="{0D2EBD32-7519-4161-9BF2-95EF31A5A5CA}" dt="2025-06-09T16:22:24.102" v="624" actId="478"/>
          <ac:grpSpMkLst>
            <pc:docMk/>
            <pc:sldMk cId="0" sldId="277"/>
            <ac:grpSpMk id="10" creationId="{00000000-0000-0000-0000-000000000000}"/>
          </ac:grpSpMkLst>
        </pc:grpChg>
        <pc:grpChg chg="del topLvl">
          <ac:chgData name="Koordinator Pengawasan II" userId="5f29a77b-db85-4a2c-a9d7-4b7e8e310ec1" providerId="ADAL" clId="{0D2EBD32-7519-4161-9BF2-95EF31A5A5CA}" dt="2025-06-09T16:22:25.636" v="625" actId="478"/>
          <ac:grpSpMkLst>
            <pc:docMk/>
            <pc:sldMk cId="0" sldId="277"/>
            <ac:grpSpMk id="11" creationId="{00000000-0000-0000-0000-000000000000}"/>
          </ac:grpSpMkLst>
        </pc:grpChg>
      </pc:sldChg>
      <pc:sldChg chg="modSp del mod">
        <pc:chgData name="Koordinator Pengawasan II" userId="5f29a77b-db85-4a2c-a9d7-4b7e8e310ec1" providerId="ADAL" clId="{0D2EBD32-7519-4161-9BF2-95EF31A5A5CA}" dt="2025-06-09T16:31:46.586" v="771" actId="47"/>
        <pc:sldMkLst>
          <pc:docMk/>
          <pc:sldMk cId="0" sldId="279"/>
        </pc:sldMkLst>
        <pc:spChg chg="mod">
          <ac:chgData name="Koordinator Pengawasan II" userId="5f29a77b-db85-4a2c-a9d7-4b7e8e310ec1" providerId="ADAL" clId="{0D2EBD32-7519-4161-9BF2-95EF31A5A5CA}" dt="2025-06-09T16:29:42.762" v="723" actId="207"/>
          <ac:spMkLst>
            <pc:docMk/>
            <pc:sldMk cId="0" sldId="279"/>
            <ac:spMk id="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9:42.762" v="723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29:42.762" v="723" actId="207"/>
          <ac:spMkLst>
            <pc:docMk/>
            <pc:sldMk cId="0" sldId="279"/>
            <ac:spMk id="4" creationId="{00000000-0000-0000-0000-000000000000}"/>
          </ac:spMkLst>
        </pc:spChg>
      </pc:sldChg>
      <pc:sldChg chg="addSp delSp modSp mod">
        <pc:chgData name="Koordinator Pengawasan II" userId="5f29a77b-db85-4a2c-a9d7-4b7e8e310ec1" providerId="ADAL" clId="{0D2EBD32-7519-4161-9BF2-95EF31A5A5CA}" dt="2025-06-09T16:33:02.147" v="778" actId="478"/>
        <pc:sldMkLst>
          <pc:docMk/>
          <pc:sldMk cId="0" sldId="280"/>
        </pc:sldMkLst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4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5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6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8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9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1:55.940" v="772" actId="207"/>
          <ac:spMkLst>
            <pc:docMk/>
            <pc:sldMk cId="0" sldId="280"/>
            <ac:spMk id="11" creationId="{00000000-0000-0000-0000-000000000000}"/>
          </ac:spMkLst>
        </pc:spChg>
        <pc:spChg chg="del mod">
          <ac:chgData name="Koordinator Pengawasan II" userId="5f29a77b-db85-4a2c-a9d7-4b7e8e310ec1" providerId="ADAL" clId="{0D2EBD32-7519-4161-9BF2-95EF31A5A5CA}" dt="2025-06-09T16:33:02.147" v="778" actId="478"/>
          <ac:spMkLst>
            <pc:docMk/>
            <pc:sldMk cId="0" sldId="280"/>
            <ac:spMk id="12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2:59.351" v="777" actId="107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Koordinator Pengawasan II" userId="5f29a77b-db85-4a2c-a9d7-4b7e8e310ec1" providerId="ADAL" clId="{0D2EBD32-7519-4161-9BF2-95EF31A5A5CA}" dt="2025-06-09T16:32:59.351" v="777" actId="1076"/>
          <ac:spMkLst>
            <pc:docMk/>
            <pc:sldMk cId="0" sldId="280"/>
            <ac:spMk id="14" creationId="{00000000-0000-0000-0000-000000000000}"/>
          </ac:spMkLst>
        </pc:spChg>
        <pc:grpChg chg="del">
          <ac:chgData name="Koordinator Pengawasan II" userId="5f29a77b-db85-4a2c-a9d7-4b7e8e310ec1" providerId="ADAL" clId="{0D2EBD32-7519-4161-9BF2-95EF31A5A5CA}" dt="2025-06-09T16:32:44.294" v="774" actId="478"/>
          <ac:grpSpMkLst>
            <pc:docMk/>
            <pc:sldMk cId="0" sldId="280"/>
            <ac:grpSpMk id="2" creationId="{00000000-0000-0000-0000-000000000000}"/>
          </ac:grpSpMkLst>
        </pc:grpChg>
        <pc:grpChg chg="del">
          <ac:chgData name="Koordinator Pengawasan II" userId="5f29a77b-db85-4a2c-a9d7-4b7e8e310ec1" providerId="ADAL" clId="{0D2EBD32-7519-4161-9BF2-95EF31A5A5CA}" dt="2025-06-09T16:32:42.588" v="773" actId="478"/>
          <ac:grpSpMkLst>
            <pc:docMk/>
            <pc:sldMk cId="0" sldId="280"/>
            <ac:grpSpMk id="7" creationId="{00000000-0000-0000-0000-000000000000}"/>
          </ac:grpSpMkLst>
        </pc:grpChg>
        <pc:picChg chg="add mod">
          <ac:chgData name="Koordinator Pengawasan II" userId="5f29a77b-db85-4a2c-a9d7-4b7e8e310ec1" providerId="ADAL" clId="{0D2EBD32-7519-4161-9BF2-95EF31A5A5CA}" dt="2025-06-09T16:32:50.758" v="776" actId="1076"/>
          <ac:picMkLst>
            <pc:docMk/>
            <pc:sldMk cId="0" sldId="280"/>
            <ac:picMk id="1026" creationId="{9EEDD3DA-8F78-42E8-FCBC-A68829AE0DB6}"/>
          </ac:picMkLst>
        </pc:picChg>
      </pc:sldChg>
      <pc:sldChg chg="ord">
        <pc:chgData name="Koordinator Pengawasan II" userId="5f29a77b-db85-4a2c-a9d7-4b7e8e310ec1" providerId="ADAL" clId="{0D2EBD32-7519-4161-9BF2-95EF31A5A5CA}" dt="2025-06-09T16:21:18.353" v="606"/>
        <pc:sldMkLst>
          <pc:docMk/>
          <pc:sldMk cId="2273687176" sldId="281"/>
        </pc:sldMkLst>
      </pc:sldChg>
      <pc:sldChg chg="delSp modSp add mod">
        <pc:chgData name="Koordinator Pengawasan II" userId="5f29a77b-db85-4a2c-a9d7-4b7e8e310ec1" providerId="ADAL" clId="{0D2EBD32-7519-4161-9BF2-95EF31A5A5CA}" dt="2025-06-09T16:44:36.870" v="880" actId="20577"/>
        <pc:sldMkLst>
          <pc:docMk/>
          <pc:sldMk cId="1519175838" sldId="283"/>
        </pc:sldMkLst>
        <pc:spChg chg="mod">
          <ac:chgData name="Koordinator Pengawasan II" userId="5f29a77b-db85-4a2c-a9d7-4b7e8e310ec1" providerId="ADAL" clId="{0D2EBD32-7519-4161-9BF2-95EF31A5A5CA}" dt="2025-06-09T16:06:50.884" v="34" actId="20577"/>
          <ac:spMkLst>
            <pc:docMk/>
            <pc:sldMk cId="1519175838" sldId="283"/>
            <ac:spMk id="2" creationId="{5EEDB8FB-E6E4-0D0A-28A2-727A15A93B7E}"/>
          </ac:spMkLst>
        </pc:spChg>
        <pc:spChg chg="mod">
          <ac:chgData name="Koordinator Pengawasan II" userId="5f29a77b-db85-4a2c-a9d7-4b7e8e310ec1" providerId="ADAL" clId="{0D2EBD32-7519-4161-9BF2-95EF31A5A5CA}" dt="2025-06-09T16:10:25.520" v="104" actId="1036"/>
          <ac:spMkLst>
            <pc:docMk/>
            <pc:sldMk cId="1519175838" sldId="283"/>
            <ac:spMk id="3" creationId="{0FB0A5FF-B227-64E2-A31D-8B796512F489}"/>
          </ac:spMkLst>
        </pc:spChg>
        <pc:spChg chg="del">
          <ac:chgData name="Koordinator Pengawasan II" userId="5f29a77b-db85-4a2c-a9d7-4b7e8e310ec1" providerId="ADAL" clId="{0D2EBD32-7519-4161-9BF2-95EF31A5A5CA}" dt="2025-06-09T16:10:18.105" v="91" actId="478"/>
          <ac:spMkLst>
            <pc:docMk/>
            <pc:sldMk cId="1519175838" sldId="283"/>
            <ac:spMk id="8" creationId="{CA8FDB1D-BAE0-06D0-8964-9BB6F05B6B1C}"/>
          </ac:spMkLst>
        </pc:spChg>
        <pc:spChg chg="del">
          <ac:chgData name="Koordinator Pengawasan II" userId="5f29a77b-db85-4a2c-a9d7-4b7e8e310ec1" providerId="ADAL" clId="{0D2EBD32-7519-4161-9BF2-95EF31A5A5CA}" dt="2025-06-09T16:06:54.759" v="35" actId="478"/>
          <ac:spMkLst>
            <pc:docMk/>
            <pc:sldMk cId="1519175838" sldId="283"/>
            <ac:spMk id="12" creationId="{E014AA8A-8E00-5497-4268-D7C75D849756}"/>
          </ac:spMkLst>
        </pc:spChg>
        <pc:spChg chg="del topLvl">
          <ac:chgData name="Koordinator Pengawasan II" userId="5f29a77b-db85-4a2c-a9d7-4b7e8e310ec1" providerId="ADAL" clId="{0D2EBD32-7519-4161-9BF2-95EF31A5A5CA}" dt="2025-06-09T16:10:21.195" v="92" actId="478"/>
          <ac:spMkLst>
            <pc:docMk/>
            <pc:sldMk cId="1519175838" sldId="283"/>
            <ac:spMk id="13" creationId="{8A799F79-5287-5D58-CF3E-2814C5F8059E}"/>
          </ac:spMkLst>
        </pc:spChg>
        <pc:spChg chg="del topLvl">
          <ac:chgData name="Koordinator Pengawasan II" userId="5f29a77b-db85-4a2c-a9d7-4b7e8e310ec1" providerId="ADAL" clId="{0D2EBD32-7519-4161-9BF2-95EF31A5A5CA}" dt="2025-06-09T16:06:57.732" v="36" actId="478"/>
          <ac:spMkLst>
            <pc:docMk/>
            <pc:sldMk cId="1519175838" sldId="283"/>
            <ac:spMk id="14" creationId="{45133A9A-3A53-BAE2-D41E-C983CC5EB9D5}"/>
          </ac:spMkLst>
        </pc:spChg>
        <pc:spChg chg="mod">
          <ac:chgData name="Koordinator Pengawasan II" userId="5f29a77b-db85-4a2c-a9d7-4b7e8e310ec1" providerId="ADAL" clId="{0D2EBD32-7519-4161-9BF2-95EF31A5A5CA}" dt="2025-06-09T16:44:36.870" v="880" actId="20577"/>
          <ac:spMkLst>
            <pc:docMk/>
            <pc:sldMk cId="1519175838" sldId="283"/>
            <ac:spMk id="16" creationId="{0B4D4925-F433-1081-99AB-232E7223BCAB}"/>
          </ac:spMkLst>
        </pc:spChg>
        <pc:grpChg chg="del">
          <ac:chgData name="Koordinator Pengawasan II" userId="5f29a77b-db85-4a2c-a9d7-4b7e8e310ec1" providerId="ADAL" clId="{0D2EBD32-7519-4161-9BF2-95EF31A5A5CA}" dt="2025-06-09T16:06:57.732" v="36" actId="478"/>
          <ac:grpSpMkLst>
            <pc:docMk/>
            <pc:sldMk cId="1519175838" sldId="283"/>
            <ac:grpSpMk id="10" creationId="{A34E5B55-8399-5C23-8597-1DBFBFDCF1E9}"/>
          </ac:grpSpMkLst>
        </pc:grpChg>
        <pc:grpChg chg="del">
          <ac:chgData name="Koordinator Pengawasan II" userId="5f29a77b-db85-4a2c-a9d7-4b7e8e310ec1" providerId="ADAL" clId="{0D2EBD32-7519-4161-9BF2-95EF31A5A5CA}" dt="2025-06-09T16:06:54.759" v="35" actId="478"/>
          <ac:grpSpMkLst>
            <pc:docMk/>
            <pc:sldMk cId="1519175838" sldId="283"/>
            <ac:grpSpMk id="11" creationId="{603EBEFD-9A0E-CAD1-9A29-63FE09472F23}"/>
          </ac:grpSpMkLst>
        </pc:grpChg>
      </pc:sldChg>
      <pc:sldChg chg="addSp delSp modSp add mod">
        <pc:chgData name="Koordinator Pengawasan II" userId="5f29a77b-db85-4a2c-a9d7-4b7e8e310ec1" providerId="ADAL" clId="{0D2EBD32-7519-4161-9BF2-95EF31A5A5CA}" dt="2025-06-09T16:31:34.680" v="770" actId="13926"/>
        <pc:sldMkLst>
          <pc:docMk/>
          <pc:sldMk cId="1181768153" sldId="284"/>
        </pc:sldMkLst>
        <pc:spChg chg="mod">
          <ac:chgData name="Koordinator Pengawasan II" userId="5f29a77b-db85-4a2c-a9d7-4b7e8e310ec1" providerId="ADAL" clId="{0D2EBD32-7519-4161-9BF2-95EF31A5A5CA}" dt="2025-06-09T16:30:20.527" v="752" actId="120"/>
          <ac:spMkLst>
            <pc:docMk/>
            <pc:sldMk cId="1181768153" sldId="284"/>
            <ac:spMk id="2" creationId="{483252C6-847A-3841-2519-4977A13DC984}"/>
          </ac:spMkLst>
        </pc:spChg>
        <pc:spChg chg="del">
          <ac:chgData name="Koordinator Pengawasan II" userId="5f29a77b-db85-4a2c-a9d7-4b7e8e310ec1" providerId="ADAL" clId="{0D2EBD32-7519-4161-9BF2-95EF31A5A5CA}" dt="2025-06-09T16:30:42.622" v="753" actId="478"/>
          <ac:spMkLst>
            <pc:docMk/>
            <pc:sldMk cId="1181768153" sldId="284"/>
            <ac:spMk id="4" creationId="{3F76A49D-3126-F6AE-9A3A-F8FC99FE179E}"/>
          </ac:spMkLst>
        </pc:spChg>
        <pc:spChg chg="add del">
          <ac:chgData name="Koordinator Pengawasan II" userId="5f29a77b-db85-4a2c-a9d7-4b7e8e310ec1" providerId="ADAL" clId="{0D2EBD32-7519-4161-9BF2-95EF31A5A5CA}" dt="2025-06-09T16:30:46.883" v="757" actId="22"/>
          <ac:spMkLst>
            <pc:docMk/>
            <pc:sldMk cId="1181768153" sldId="284"/>
            <ac:spMk id="5" creationId="{A042F3BA-DEAD-6EFA-32D0-0C67F60627B8}"/>
          </ac:spMkLst>
        </pc:spChg>
        <pc:spChg chg="add mod">
          <ac:chgData name="Koordinator Pengawasan II" userId="5f29a77b-db85-4a2c-a9d7-4b7e8e310ec1" providerId="ADAL" clId="{0D2EBD32-7519-4161-9BF2-95EF31A5A5CA}" dt="2025-06-09T16:31:34.680" v="770" actId="13926"/>
          <ac:spMkLst>
            <pc:docMk/>
            <pc:sldMk cId="1181768153" sldId="284"/>
            <ac:spMk id="7" creationId="{6F3308B5-F54E-C136-FE6B-74C431992273}"/>
          </ac:spMkLst>
        </pc:spChg>
        <pc:spChg chg="del">
          <ac:chgData name="Koordinator Pengawasan II" userId="5f29a77b-db85-4a2c-a9d7-4b7e8e310ec1" providerId="ADAL" clId="{0D2EBD32-7519-4161-9BF2-95EF31A5A5CA}" dt="2025-06-09T16:30:42.622" v="753" actId="478"/>
          <ac:spMkLst>
            <pc:docMk/>
            <pc:sldMk cId="1181768153" sldId="284"/>
            <ac:spMk id="16" creationId="{0BB6526C-D903-A41B-1C27-7DA015F8CDAE}"/>
          </ac:spMkLst>
        </pc:spChg>
      </pc:sldChg>
      <pc:sldChg chg="new del">
        <pc:chgData name="Koordinator Pengawasan II" userId="5f29a77b-db85-4a2c-a9d7-4b7e8e310ec1" providerId="ADAL" clId="{0D2EBD32-7519-4161-9BF2-95EF31A5A5CA}" dt="2025-06-09T16:34:04.250" v="783" actId="47"/>
        <pc:sldMkLst>
          <pc:docMk/>
          <pc:sldMk cId="2753506512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3227-5BB4-4625-990C-EA3128E33F82}" type="datetimeFigureOut">
              <a:rPr lang="id-ID" smtClean="0"/>
              <a:t>09/06/2025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0EF8C-8C1E-48A0-B281-2F49089F521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78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ekac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gif"/><Relationship Id="rId5" Type="http://schemas.openxmlformats.org/officeDocument/2006/relationships/image" Target="../media/image6.svg"/><Relationship Id="rId10" Type="http://schemas.openxmlformats.org/officeDocument/2006/relationships/hyperlink" Target="https://freepngimg.com/png/24850-world-wide-web-clipart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ekacs/ML-prediksi-tender-bermasalah" TargetMode="Externa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gif"/><Relationship Id="rId13" Type="http://schemas.openxmlformats.org/officeDocument/2006/relationships/image" Target="../media/image25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hyperlink" Target="https://prediksi-tender-bermasalah-v2.streamlit.app" TargetMode="External"/><Relationship Id="rId2" Type="http://schemas.openxmlformats.org/officeDocument/2006/relationships/image" Target="../media/image14.png"/><Relationship Id="rId16" Type="http://schemas.openxmlformats.org/officeDocument/2006/relationships/hyperlink" Target="https://opentender.net/method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sv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5163800" y="-1181100"/>
            <a:ext cx="4342797" cy="4114800"/>
          </a:xfrm>
          <a:custGeom>
            <a:avLst/>
            <a:gdLst/>
            <a:ahLst/>
            <a:cxnLst/>
            <a:rect l="l" t="t" r="r" b="b"/>
            <a:pathLst>
              <a:path w="4342797" h="4114800">
                <a:moveTo>
                  <a:pt x="0" y="0"/>
                </a:moveTo>
                <a:lnTo>
                  <a:pt x="4342797" y="0"/>
                </a:lnTo>
                <a:lnTo>
                  <a:pt x="43427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5" name="Freeform 5"/>
          <p:cNvSpPr/>
          <p:nvPr/>
        </p:nvSpPr>
        <p:spPr>
          <a:xfrm>
            <a:off x="-457200" y="7011710"/>
            <a:ext cx="4342797" cy="4114800"/>
          </a:xfrm>
          <a:custGeom>
            <a:avLst/>
            <a:gdLst/>
            <a:ahLst/>
            <a:cxnLst/>
            <a:rect l="l" t="t" r="r" b="b"/>
            <a:pathLst>
              <a:path w="4342797" h="4114800">
                <a:moveTo>
                  <a:pt x="0" y="0"/>
                </a:moveTo>
                <a:lnTo>
                  <a:pt x="4342797" y="0"/>
                </a:lnTo>
                <a:lnTo>
                  <a:pt x="43427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C820215-F5A6-D819-5917-99F55F517CD7}"/>
              </a:ext>
            </a:extLst>
          </p:cNvPr>
          <p:cNvSpPr txBox="1"/>
          <p:nvPr/>
        </p:nvSpPr>
        <p:spPr>
          <a:xfrm>
            <a:off x="914400" y="2815939"/>
            <a:ext cx="16078200" cy="4655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73"/>
              </a:lnSpc>
            </a:pPr>
            <a:r>
              <a:rPr lang="en-US" sz="6600" dirty="0">
                <a:latin typeface="Sensei"/>
                <a:ea typeface="Sensei"/>
                <a:cs typeface="Sensei"/>
                <a:sym typeface="Sensei"/>
              </a:rPr>
              <a:t>PURWARUPA APLIKASI MACHINE LEARNING AUDIT INTERN PREDIKSI TENDER BERPOTENSI</a:t>
            </a:r>
          </a:p>
          <a:p>
            <a:pPr algn="ctr">
              <a:lnSpc>
                <a:spcPts val="12573"/>
              </a:lnSpc>
            </a:pPr>
            <a:r>
              <a:rPr lang="en-US" sz="6600" dirty="0">
                <a:latin typeface="Sensei"/>
                <a:ea typeface="Sensei"/>
                <a:cs typeface="Sensei"/>
                <a:sym typeface="Sensei"/>
              </a:rPr>
              <a:t>MASALAH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07009-EA40-A27C-D63A-6272CDD0CA8B}"/>
              </a:ext>
            </a:extLst>
          </p:cNvPr>
          <p:cNvSpPr txBox="1"/>
          <p:nvPr/>
        </p:nvSpPr>
        <p:spPr>
          <a:xfrm>
            <a:off x="1143000" y="8496300"/>
            <a:ext cx="15849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</a:rPr>
              <a:t>Eka C. </a:t>
            </a:r>
            <a:r>
              <a:rPr lang="en-US" sz="2500" dirty="0" err="1">
                <a:latin typeface="Canva Sans Bold"/>
                <a:ea typeface="Canva Sans Bold"/>
                <a:cs typeface="Canva Sans Bold"/>
                <a:sym typeface="Canva Sans Bold"/>
              </a:rPr>
              <a:t>Setyawan</a:t>
            </a:r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</a:rPr>
              <a:t>, ST, </a:t>
            </a:r>
            <a:r>
              <a:rPr lang="en-US" sz="2500" dirty="0" err="1">
                <a:latin typeface="Canva Sans Bold"/>
                <a:ea typeface="Canva Sans Bold"/>
                <a:cs typeface="Canva Sans Bold"/>
                <a:sym typeface="Canva Sans Bold"/>
              </a:rPr>
              <a:t>MAk</a:t>
            </a:r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</a:rPr>
              <a:t>, </a:t>
            </a:r>
            <a:r>
              <a:rPr lang="en-US" sz="2500" dirty="0" err="1">
                <a:latin typeface="Canva Sans Bold"/>
                <a:ea typeface="Canva Sans Bold"/>
                <a:cs typeface="Canva Sans Bold"/>
                <a:sym typeface="Canva Sans Bold"/>
              </a:rPr>
              <a:t>CFrA</a:t>
            </a:r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</a:rPr>
              <a:t>, CITA, CDSP, OFC</a:t>
            </a:r>
          </a:p>
          <a:p>
            <a:pPr algn="ctr"/>
            <a:endParaRPr lang="en-US" sz="2500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/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  <a:hlinkClick r:id="rId4"/>
              </a:rPr>
              <a:t>https://github.com/ekacs</a:t>
            </a:r>
            <a:r>
              <a:rPr lang="en-US" sz="2500" dirty="0"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E5013-8491-FA53-AF23-1526C970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AC0C22F-D521-9A60-B087-B0303EF8475C}"/>
              </a:ext>
            </a:extLst>
          </p:cNvPr>
          <p:cNvSpPr txBox="1"/>
          <p:nvPr/>
        </p:nvSpPr>
        <p:spPr>
          <a:xfrm>
            <a:off x="1405000" y="6447885"/>
            <a:ext cx="15357600" cy="238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id-ID" sz="4400" b="1" dirty="0" err="1"/>
              <a:t>Machine</a:t>
            </a:r>
            <a:r>
              <a:rPr lang="id-ID" sz="4400" b="1" dirty="0"/>
              <a:t> </a:t>
            </a:r>
            <a:r>
              <a:rPr lang="id-ID" sz="4400" b="1" dirty="0" err="1"/>
              <a:t>learning</a:t>
            </a:r>
            <a:r>
              <a:rPr lang="id-ID" sz="4400" dirty="0"/>
              <a:t> (pembelajaran mesin) adalah salah satu cabang dari kecerdasan buatan (AI) yang memungkinkan komputer untuk belajar dan membuat keputusan atau prediksi berdasarkan data</a:t>
            </a:r>
            <a:endParaRPr lang="en-US" sz="4400" dirty="0">
              <a:latin typeface="One Little Font"/>
              <a:ea typeface="One Little Font"/>
              <a:cs typeface="One Little Font"/>
              <a:sym typeface="One Little Font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4714076-A5E6-E190-8FBE-C693205A29C2}"/>
              </a:ext>
            </a:extLst>
          </p:cNvPr>
          <p:cNvSpPr/>
          <p:nvPr/>
        </p:nvSpPr>
        <p:spPr>
          <a:xfrm>
            <a:off x="-647817" y="374146"/>
            <a:ext cx="4342797" cy="4114800"/>
          </a:xfrm>
          <a:custGeom>
            <a:avLst/>
            <a:gdLst/>
            <a:ahLst/>
            <a:cxnLst/>
            <a:rect l="l" t="t" r="r" b="b"/>
            <a:pathLst>
              <a:path w="4342797" h="4114800">
                <a:moveTo>
                  <a:pt x="0" y="0"/>
                </a:moveTo>
                <a:lnTo>
                  <a:pt x="4342797" y="0"/>
                </a:lnTo>
                <a:lnTo>
                  <a:pt x="43427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101430C-F444-E3B4-AE15-A0E629B761DF}"/>
              </a:ext>
            </a:extLst>
          </p:cNvPr>
          <p:cNvSpPr/>
          <p:nvPr/>
        </p:nvSpPr>
        <p:spPr>
          <a:xfrm flipH="1">
            <a:off x="14591202" y="374146"/>
            <a:ext cx="4342797" cy="4114800"/>
          </a:xfrm>
          <a:custGeom>
            <a:avLst/>
            <a:gdLst/>
            <a:ahLst/>
            <a:cxnLst/>
            <a:rect l="l" t="t" r="r" b="b"/>
            <a:pathLst>
              <a:path w="4342797" h="4114800">
                <a:moveTo>
                  <a:pt x="4342796" y="0"/>
                </a:moveTo>
                <a:lnTo>
                  <a:pt x="0" y="0"/>
                </a:lnTo>
                <a:lnTo>
                  <a:pt x="0" y="4114800"/>
                </a:lnTo>
                <a:lnTo>
                  <a:pt x="4342796" y="4114800"/>
                </a:lnTo>
                <a:lnTo>
                  <a:pt x="4342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BCCB88-33E3-63C0-7E75-FCCAEC176FCB}"/>
              </a:ext>
            </a:extLst>
          </p:cNvPr>
          <p:cNvSpPr txBox="1"/>
          <p:nvPr/>
        </p:nvSpPr>
        <p:spPr>
          <a:xfrm>
            <a:off x="2590800" y="2707575"/>
            <a:ext cx="12482908" cy="3124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73"/>
              </a:lnSpc>
            </a:pPr>
            <a:r>
              <a:rPr lang="en-US" sz="8980" dirty="0">
                <a:latin typeface="Sensei"/>
                <a:ea typeface="Sensei"/>
                <a:cs typeface="Sensei"/>
                <a:sym typeface="Sensei"/>
              </a:rPr>
              <a:t>Apa </a:t>
            </a:r>
            <a:r>
              <a:rPr lang="en-US" sz="8980" dirty="0" err="1">
                <a:latin typeface="Sensei"/>
                <a:ea typeface="Sensei"/>
                <a:cs typeface="Sensei"/>
                <a:sym typeface="Sensei"/>
              </a:rPr>
              <a:t>itu</a:t>
            </a:r>
            <a:endParaRPr lang="en-US" sz="8980" dirty="0">
              <a:latin typeface="Sensei"/>
              <a:ea typeface="Sensei"/>
              <a:cs typeface="Sensei"/>
              <a:sym typeface="Sensei"/>
            </a:endParaRPr>
          </a:p>
          <a:p>
            <a:pPr algn="ctr">
              <a:lnSpc>
                <a:spcPts val="12573"/>
              </a:lnSpc>
            </a:pPr>
            <a:r>
              <a:rPr lang="en-US" sz="8980" dirty="0">
                <a:latin typeface="Sensei"/>
                <a:ea typeface="Sensei"/>
                <a:cs typeface="Sensei"/>
                <a:sym typeface="Sensei"/>
              </a:rPr>
              <a:t>MACHINE LEARNING ?</a:t>
            </a:r>
          </a:p>
        </p:txBody>
      </p:sp>
    </p:spTree>
    <p:extLst>
      <p:ext uri="{BB962C8B-B14F-4D97-AF65-F5344CB8AC3E}">
        <p14:creationId xmlns:p14="http://schemas.microsoft.com/office/powerpoint/2010/main" val="206566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80B63-1F2E-BB4E-1A1F-D853FBFD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EEDB8FB-E6E4-0D0A-28A2-727A15A93B7E}"/>
              </a:ext>
            </a:extLst>
          </p:cNvPr>
          <p:cNvSpPr txBox="1"/>
          <p:nvPr/>
        </p:nvSpPr>
        <p:spPr>
          <a:xfrm>
            <a:off x="-228600" y="301718"/>
            <a:ext cx="65707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latin typeface="Canva Sans Bold"/>
                <a:ea typeface="Canva Sans Bold"/>
                <a:cs typeface="Canva Sans Bold"/>
                <a:sym typeface="Canva Sans Bold"/>
              </a:rPr>
              <a:t>Latarbelakang</a:t>
            </a:r>
            <a:endParaRPr lang="en-US" sz="5199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FB0A5FF-B227-64E2-A31D-8B796512F489}"/>
              </a:ext>
            </a:extLst>
          </p:cNvPr>
          <p:cNvSpPr/>
          <p:nvPr/>
        </p:nvSpPr>
        <p:spPr>
          <a:xfrm>
            <a:off x="0" y="1562100"/>
            <a:ext cx="20676746" cy="0"/>
          </a:xfrm>
          <a:prstGeom prst="line">
            <a:avLst/>
          </a:prstGeom>
          <a:ln w="38100" cap="flat">
            <a:solidFill>
              <a:srgbClr val="C9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B4D4925-F433-1081-99AB-232E7223BCAB}"/>
              </a:ext>
            </a:extLst>
          </p:cNvPr>
          <p:cNvSpPr txBox="1"/>
          <p:nvPr/>
        </p:nvSpPr>
        <p:spPr>
          <a:xfrm>
            <a:off x="381000" y="1935388"/>
            <a:ext cx="17363129" cy="4353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Audit (Intern) atas tender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memiliki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risiko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seperti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gagal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mendeteksi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potensi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masalah atau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membuang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sumber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daya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pada tender yang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sebenarnya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tidak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bermasalah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b="1" i="1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(false positive)</a:t>
            </a:r>
          </a:p>
          <a:p>
            <a:pPr algn="just">
              <a:lnSpc>
                <a:spcPct val="150000"/>
              </a:lnSpc>
            </a:pPr>
            <a:endParaRPr lang="en-US" sz="3200" dirty="0"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Perlu </a:t>
            </a:r>
            <a:r>
              <a:rPr lang="en-US" sz="32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membangun</a:t>
            </a:r>
            <a:r>
              <a:rPr lang="en-US" sz="32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sistem</a:t>
            </a:r>
            <a:r>
              <a:rPr lang="en-US" sz="32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peringatan</a:t>
            </a:r>
            <a:r>
              <a:rPr lang="en-US" sz="32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dini</a:t>
            </a:r>
            <a:r>
              <a:rPr lang="en-US" sz="32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(early warning system)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untuk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membantu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auditor dalam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bentuk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>
                <a:latin typeface="Canva Sans"/>
                <a:ea typeface="Canva Sans"/>
                <a:cs typeface="Canva Sans"/>
                <a:sym typeface="Canva Sans"/>
              </a:rPr>
              <a:t>nyata</a:t>
            </a:r>
            <a:endParaRPr lang="en-US" sz="3200" dirty="0"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51917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28600" y="301718"/>
            <a:ext cx="10363200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latin typeface="Canva Sans Bold"/>
                <a:ea typeface="Canva Sans Bold"/>
                <a:cs typeface="Canva Sans Bold"/>
                <a:sym typeface="Canva Sans Bold"/>
              </a:rPr>
              <a:t>Definisi</a:t>
            </a:r>
            <a:r>
              <a:rPr lang="en-US" sz="5199" b="1" dirty="0">
                <a:latin typeface="Canva Sans Bold"/>
                <a:ea typeface="Canva Sans Bold"/>
                <a:cs typeface="Canva Sans Bold"/>
                <a:sym typeface="Canva Sans Bold"/>
              </a:rPr>
              <a:t> tender masalah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1943100"/>
            <a:ext cx="20676746" cy="0"/>
          </a:xfrm>
          <a:prstGeom prst="line">
            <a:avLst/>
          </a:prstGeom>
          <a:ln w="38100" cap="flat">
            <a:solidFill>
              <a:srgbClr val="C9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  <p:sp>
        <p:nvSpPr>
          <p:cNvPr id="16" name="TextBox 16"/>
          <p:cNvSpPr txBox="1"/>
          <p:nvPr/>
        </p:nvSpPr>
        <p:spPr>
          <a:xfrm>
            <a:off x="391471" y="2694062"/>
            <a:ext cx="14042918" cy="4784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Pelaksanaan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judul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tender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tersebut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berpotensi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terjadi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:</a:t>
            </a:r>
          </a:p>
          <a:p>
            <a:pPr algn="just">
              <a:lnSpc>
                <a:spcPct val="200000"/>
              </a:lnSpc>
            </a:pP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1)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Keterlambatan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pekerjaan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menimbulkan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denda</a:t>
            </a:r>
            <a:endParaRPr lang="en-US" sz="3200" dirty="0"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ct val="200000"/>
              </a:lnSpc>
            </a:pP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2)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Realisasi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pekerjaan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tidak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sesuai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volume</a:t>
            </a:r>
          </a:p>
          <a:p>
            <a:pPr algn="just">
              <a:lnSpc>
                <a:spcPct val="200000"/>
              </a:lnSpc>
            </a:pP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3)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Realisasi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pekerjaan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tidak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sesuai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spektek</a:t>
            </a:r>
            <a:endParaRPr lang="en-US" sz="3200" dirty="0"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ct val="200000"/>
              </a:lnSpc>
            </a:pP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4)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Dukungan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pekerjaan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tidak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sesuai</a:t>
            </a:r>
            <a:r>
              <a:rPr lang="en-US" sz="32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latin typeface="Canva Sans"/>
                <a:ea typeface="Canva Sans"/>
                <a:cs typeface="Canva Sans"/>
                <a:sym typeface="Canva Sans"/>
              </a:rPr>
              <a:t>penawaran</a:t>
            </a:r>
            <a:endParaRPr lang="en-US" sz="3200" dirty="0"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86665" y="1282174"/>
            <a:ext cx="3991604" cy="3752109"/>
          </a:xfrm>
          <a:custGeom>
            <a:avLst/>
            <a:gdLst/>
            <a:ahLst/>
            <a:cxnLst/>
            <a:rect l="l" t="t" r="r" b="b"/>
            <a:pathLst>
              <a:path w="5322139" h="5002811">
                <a:moveTo>
                  <a:pt x="0" y="0"/>
                </a:moveTo>
                <a:lnTo>
                  <a:pt x="5322139" y="0"/>
                </a:lnTo>
                <a:lnTo>
                  <a:pt x="5322139" y="5002811"/>
                </a:lnTo>
                <a:lnTo>
                  <a:pt x="0" y="5002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686665" y="5357021"/>
            <a:ext cx="4060377" cy="1190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sz="3433" b="1">
                <a:latin typeface="Canva Sans Bold"/>
                <a:ea typeface="Canva Sans Bold"/>
                <a:cs typeface="Canva Sans Bold"/>
                <a:sym typeface="Canva Sans Bold"/>
              </a:rPr>
              <a:t>Pengumpulan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6664" y="6743700"/>
            <a:ext cx="4060377" cy="3112390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lIns="0" tIns="0" rIns="0" bIns="0" rtlCol="0" anchor="t">
            <a:spAutoFit/>
          </a:bodyPr>
          <a:lstStyle/>
          <a:p>
            <a:pPr marL="269874" lvl="1" algn="l">
              <a:lnSpc>
                <a:spcPts val="3499"/>
              </a:lnSpc>
            </a:pP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Mengumpulkan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data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hasil audit yang telah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ditindaklanjuti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informasi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umum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tender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SPSE, dan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skor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analisis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potensi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fraud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99" dirty="0" err="1">
                <a:latin typeface="Canva Sans"/>
                <a:ea typeface="Canva Sans"/>
                <a:cs typeface="Canva Sans"/>
                <a:sym typeface="Canva Sans"/>
              </a:rPr>
              <a:t>OpenTender</a:t>
            </a:r>
            <a:r>
              <a:rPr lang="en-US" sz="2499" dirty="0">
                <a:latin typeface="Canva Sans"/>
                <a:ea typeface="Canva Sans"/>
                <a:cs typeface="Canva Sans"/>
                <a:sym typeface="Canva Sans"/>
              </a:rPr>
              <a:t> ICW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3480" y="349250"/>
            <a:ext cx="5764919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 err="1">
                <a:latin typeface="Canva Sans Bold"/>
                <a:ea typeface="Canva Sans Bold"/>
                <a:cs typeface="Canva Sans Bold"/>
                <a:sym typeface="Canva Sans Bold"/>
              </a:rPr>
              <a:t>Tahapan</a:t>
            </a:r>
            <a:r>
              <a:rPr lang="en-US" sz="3999" b="1" dirty="0"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999" b="1" dirty="0" err="1">
                <a:latin typeface="Canva Sans Bold"/>
                <a:ea typeface="Canva Sans Bold"/>
                <a:cs typeface="Canva Sans Bold"/>
                <a:sym typeface="Canva Sans Bold"/>
              </a:rPr>
              <a:t>pembuatan</a:t>
            </a:r>
            <a:endParaRPr lang="en-US" sz="3999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017638" y="1611585"/>
            <a:ext cx="3776994" cy="3715618"/>
          </a:xfrm>
          <a:custGeom>
            <a:avLst/>
            <a:gdLst/>
            <a:ahLst/>
            <a:cxnLst/>
            <a:rect l="l" t="t" r="r" b="b"/>
            <a:pathLst>
              <a:path w="3776994" h="3715618">
                <a:moveTo>
                  <a:pt x="0" y="0"/>
                </a:moveTo>
                <a:lnTo>
                  <a:pt x="3776994" y="0"/>
                </a:lnTo>
                <a:lnTo>
                  <a:pt x="3776994" y="3715618"/>
                </a:lnTo>
                <a:lnTo>
                  <a:pt x="0" y="3715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8" name="TextBox 8"/>
          <p:cNvSpPr txBox="1"/>
          <p:nvPr/>
        </p:nvSpPr>
        <p:spPr>
          <a:xfrm>
            <a:off x="4273826" y="5665374"/>
            <a:ext cx="5264617" cy="574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latin typeface="Canva Sans Bold"/>
                <a:ea typeface="Canva Sans Bold"/>
                <a:cs typeface="Canva Sans Bold"/>
                <a:sym typeface="Canva Sans Bold"/>
              </a:rPr>
              <a:t>Persiapan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6800" y="6743700"/>
            <a:ext cx="4495800" cy="210256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323851" lvl="1" algn="l">
              <a:lnSpc>
                <a:spcPts val="4200"/>
              </a:lnSpc>
            </a:pP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Pembersihan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dan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olah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data agar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dapat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menjadi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master data </a:t>
            </a:r>
            <a:r>
              <a:rPr lang="en-US" sz="2500" i="1" dirty="0">
                <a:latin typeface="Canva Sans"/>
                <a:ea typeface="Canva Sans"/>
                <a:cs typeface="Canva Sans"/>
                <a:sym typeface="Canva Sans"/>
              </a:rPr>
              <a:t>Machine learning</a:t>
            </a:r>
            <a:endParaRPr lang="en-US" sz="2500" dirty="0"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6144" y="1866900"/>
            <a:ext cx="4174816" cy="3582713"/>
          </a:xfrm>
          <a:prstGeom prst="rect">
            <a:avLst/>
          </a:prstGeom>
        </p:spPr>
      </p:pic>
      <p:sp>
        <p:nvSpPr>
          <p:cNvPr id="11" name="Freeform 11"/>
          <p:cNvSpPr/>
          <p:nvPr/>
        </p:nvSpPr>
        <p:spPr>
          <a:xfrm>
            <a:off x="11594010" y="2751758"/>
            <a:ext cx="1406719" cy="1434817"/>
          </a:xfrm>
          <a:custGeom>
            <a:avLst/>
            <a:gdLst/>
            <a:ahLst/>
            <a:cxnLst/>
            <a:rect l="l" t="t" r="r" b="b"/>
            <a:pathLst>
              <a:path w="1406719" h="1434817">
                <a:moveTo>
                  <a:pt x="0" y="0"/>
                </a:moveTo>
                <a:lnTo>
                  <a:pt x="1406718" y="0"/>
                </a:lnTo>
                <a:lnTo>
                  <a:pt x="1406718" y="1434817"/>
                </a:lnTo>
                <a:lnTo>
                  <a:pt x="0" y="14348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2" name="TextBox 12"/>
          <p:cNvSpPr txBox="1"/>
          <p:nvPr/>
        </p:nvSpPr>
        <p:spPr>
          <a:xfrm>
            <a:off x="10378247" y="5665374"/>
            <a:ext cx="262378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>
                <a:latin typeface="Canva Sans Bold"/>
                <a:ea typeface="Canva Sans Bold"/>
                <a:cs typeface="Canva Sans Bold"/>
                <a:sym typeface="Canva Sans Bold"/>
              </a:rPr>
              <a:t>Pemodelan</a:t>
            </a:r>
            <a:endParaRPr lang="en-US" sz="3399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69081" y="6705600"/>
            <a:ext cx="3442120" cy="156395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323851" lvl="1" algn="l">
              <a:lnSpc>
                <a:spcPts val="4200"/>
              </a:lnSpc>
            </a:pP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Pemograman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ML dg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algoritma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KNN dan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evaluasi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ML</a:t>
            </a:r>
          </a:p>
        </p:txBody>
      </p:sp>
      <p:pic>
        <p:nvPicPr>
          <p:cNvPr id="15" name="Picture 14" descr="A black circle with white dots&#10;&#10;AI-generated content may be incorrect.">
            <a:extLst>
              <a:ext uri="{FF2B5EF4-FFF2-40B4-BE49-F238E27FC236}">
                <a16:creationId xmlns:a16="http://schemas.microsoft.com/office/drawing/2014/main" id="{BC310CBB-65DC-1C18-8C80-3A310F7F52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4511526" y="2019300"/>
            <a:ext cx="2514600" cy="2514600"/>
          </a:xfrm>
          <a:prstGeom prst="rect">
            <a:avLst/>
          </a:prstGeom>
        </p:spPr>
      </p:pic>
      <p:sp>
        <p:nvSpPr>
          <p:cNvPr id="19" name="TextBox 12">
            <a:extLst>
              <a:ext uri="{FF2B5EF4-FFF2-40B4-BE49-F238E27FC236}">
                <a16:creationId xmlns:a16="http://schemas.microsoft.com/office/drawing/2014/main" id="{8406FCD4-2842-F11E-9BA1-2E1B3C94E4EC}"/>
              </a:ext>
            </a:extLst>
          </p:cNvPr>
          <p:cNvSpPr txBox="1"/>
          <p:nvPr/>
        </p:nvSpPr>
        <p:spPr>
          <a:xfrm>
            <a:off x="14511526" y="5327203"/>
            <a:ext cx="2623788" cy="118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>
                <a:latin typeface="Canva Sans Bold"/>
                <a:ea typeface="Canva Sans Bold"/>
                <a:cs typeface="Canva Sans Bold"/>
                <a:sym typeface="Canva Sans Bold"/>
              </a:rPr>
              <a:t>Purwarupa</a:t>
            </a:r>
            <a:endParaRPr lang="en-US" sz="3399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759"/>
              </a:lnSpc>
            </a:pPr>
            <a:r>
              <a:rPr lang="en-US" sz="3399" b="1" dirty="0" err="1">
                <a:latin typeface="Canva Sans Bold"/>
                <a:ea typeface="Canva Sans Bold"/>
                <a:cs typeface="Canva Sans Bold"/>
                <a:sym typeface="Canva Sans Bold"/>
              </a:rPr>
              <a:t>Aplikasi</a:t>
            </a:r>
            <a:endParaRPr lang="en-US" sz="3399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8438A800-1115-19C8-D841-624373CF4B87}"/>
              </a:ext>
            </a:extLst>
          </p:cNvPr>
          <p:cNvSpPr txBox="1"/>
          <p:nvPr/>
        </p:nvSpPr>
        <p:spPr>
          <a:xfrm>
            <a:off x="14140165" y="6705600"/>
            <a:ext cx="3442120" cy="2102563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marL="323851" lvl="1" algn="l">
              <a:lnSpc>
                <a:spcPts val="4200"/>
              </a:lnSpc>
            </a:pP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Pemograman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ML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berbasis</a:t>
            </a:r>
            <a:r>
              <a:rPr lang="en-US" sz="2500" dirty="0">
                <a:latin typeface="Canva Sans"/>
                <a:ea typeface="Canva Sans"/>
                <a:cs typeface="Canva Sans"/>
                <a:sym typeface="Canva Sans"/>
              </a:rPr>
              <a:t> website melalui platform </a:t>
            </a:r>
            <a:r>
              <a:rPr lang="en-US" sz="2500" dirty="0" err="1">
                <a:latin typeface="Canva Sans"/>
                <a:ea typeface="Canva Sans"/>
                <a:cs typeface="Canva Sans"/>
                <a:sym typeface="Canva Sans"/>
              </a:rPr>
              <a:t>streamlit</a:t>
            </a:r>
            <a:endParaRPr lang="en-US" sz="2500" dirty="0"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3">
            <a:extLst>
              <a:ext uri="{FF2B5EF4-FFF2-40B4-BE49-F238E27FC236}">
                <a16:creationId xmlns:a16="http://schemas.microsoft.com/office/drawing/2014/main" id="{92AD8D86-BD38-E34E-66E7-90EE26085E9C}"/>
              </a:ext>
            </a:extLst>
          </p:cNvPr>
          <p:cNvSpPr txBox="1"/>
          <p:nvPr/>
        </p:nvSpPr>
        <p:spPr>
          <a:xfrm>
            <a:off x="330200" y="342900"/>
            <a:ext cx="1058001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Sensei"/>
                <a:ea typeface="Sensei"/>
                <a:cs typeface="Sensei"/>
                <a:sym typeface="Sensei"/>
              </a:rPr>
              <a:t>Alur </a:t>
            </a:r>
            <a:r>
              <a:rPr lang="en-US" sz="6000" dirty="0" err="1">
                <a:solidFill>
                  <a:schemeClr val="accent2">
                    <a:lumMod val="50000"/>
                  </a:schemeClr>
                </a:solidFill>
                <a:latin typeface="Sensei"/>
                <a:ea typeface="Sensei"/>
                <a:cs typeface="Sensei"/>
                <a:sym typeface="Sensei"/>
              </a:rPr>
              <a:t>pembuatannya</a:t>
            </a:r>
            <a:endParaRPr lang="en-US" sz="6000" dirty="0">
              <a:solidFill>
                <a:schemeClr val="accent2">
                  <a:lumMod val="50000"/>
                </a:schemeClr>
              </a:solidFill>
              <a:latin typeface="Sensei"/>
              <a:ea typeface="Sensei"/>
              <a:cs typeface="Sensei"/>
              <a:sym typeface="Sensei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25DA18-66F9-D5DA-3CD4-0542E4A3D197}"/>
              </a:ext>
            </a:extLst>
          </p:cNvPr>
          <p:cNvGrpSpPr/>
          <p:nvPr/>
        </p:nvGrpSpPr>
        <p:grpSpPr>
          <a:xfrm>
            <a:off x="320431" y="1962134"/>
            <a:ext cx="10046610" cy="6057931"/>
            <a:chOff x="631455" y="1081551"/>
            <a:chExt cx="10128705" cy="5175677"/>
          </a:xfrm>
        </p:grpSpPr>
        <p:pic>
          <p:nvPicPr>
            <p:cNvPr id="53" name="Picture 52" descr="A diagram of a cleaning process&#10;&#10;Description automatically generated">
              <a:extLst>
                <a:ext uri="{FF2B5EF4-FFF2-40B4-BE49-F238E27FC236}">
                  <a16:creationId xmlns:a16="http://schemas.microsoft.com/office/drawing/2014/main" id="{1C238222-A479-D3D2-0D7F-24FE854BB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1181100"/>
              <a:ext cx="9388560" cy="5076128"/>
            </a:xfrm>
            <a:prstGeom prst="rect">
              <a:avLst/>
            </a:prstGeom>
            <a:ln w="3175"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7" name="Heptagon 6">
              <a:extLst>
                <a:ext uri="{FF2B5EF4-FFF2-40B4-BE49-F238E27FC236}">
                  <a16:creationId xmlns:a16="http://schemas.microsoft.com/office/drawing/2014/main" id="{80009B9F-1536-1571-76C2-BA85456E2A8E}"/>
                </a:ext>
              </a:extLst>
            </p:cNvPr>
            <p:cNvSpPr/>
            <p:nvPr/>
          </p:nvSpPr>
          <p:spPr>
            <a:xfrm>
              <a:off x="631455" y="1081551"/>
              <a:ext cx="902610" cy="838200"/>
            </a:xfrm>
            <a:prstGeom prst="heptag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endParaRPr lang="id-ID" sz="36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" name="Heptagon 7">
              <a:extLst>
                <a:ext uri="{FF2B5EF4-FFF2-40B4-BE49-F238E27FC236}">
                  <a16:creationId xmlns:a16="http://schemas.microsoft.com/office/drawing/2014/main" id="{ED662812-55A4-C4AD-507D-A4CF5119CA88}"/>
                </a:ext>
              </a:extLst>
            </p:cNvPr>
            <p:cNvSpPr/>
            <p:nvPr/>
          </p:nvSpPr>
          <p:spPr>
            <a:xfrm>
              <a:off x="631455" y="3543300"/>
              <a:ext cx="902610" cy="838200"/>
            </a:xfrm>
            <a:prstGeom prst="heptag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accent2">
                      <a:lumMod val="50000"/>
                    </a:schemeClr>
                  </a:solidFill>
                </a:rPr>
                <a:t>2</a:t>
              </a:r>
              <a:endParaRPr lang="id-ID" sz="36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429B67-4DD8-C17D-C47A-C65FBB7F5B08}"/>
              </a:ext>
            </a:extLst>
          </p:cNvPr>
          <p:cNvGrpSpPr/>
          <p:nvPr/>
        </p:nvGrpSpPr>
        <p:grpSpPr>
          <a:xfrm>
            <a:off x="11125200" y="647701"/>
            <a:ext cx="6858000" cy="4176000"/>
            <a:chOff x="10951308" y="996177"/>
            <a:chExt cx="6666482" cy="3832985"/>
          </a:xfrm>
        </p:grpSpPr>
        <p:pic>
          <p:nvPicPr>
            <p:cNvPr id="3" name="image5.png" descr="A diagram of a model&#10;&#10;Description automatically generated">
              <a:extLst>
                <a:ext uri="{FF2B5EF4-FFF2-40B4-BE49-F238E27FC236}">
                  <a16:creationId xmlns:a16="http://schemas.microsoft.com/office/drawing/2014/main" id="{53F41806-54E4-8F07-621D-B07840178F4E}"/>
                </a:ext>
              </a:extLst>
            </p:cNvPr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1658600" y="1323962"/>
              <a:ext cx="5959190" cy="3505200"/>
            </a:xfrm>
            <a:prstGeom prst="rect">
              <a:avLst/>
            </a:prstGeom>
            <a:ln w="12700">
              <a:solidFill>
                <a:srgbClr val="0000FF"/>
              </a:solidFill>
              <a:prstDash val="solid"/>
            </a:ln>
          </p:spPr>
        </p:pic>
        <p:sp>
          <p:nvSpPr>
            <p:cNvPr id="10" name="Heptagon 9">
              <a:extLst>
                <a:ext uri="{FF2B5EF4-FFF2-40B4-BE49-F238E27FC236}">
                  <a16:creationId xmlns:a16="http://schemas.microsoft.com/office/drawing/2014/main" id="{42B09987-655E-FCAB-43C1-25030BE313DD}"/>
                </a:ext>
              </a:extLst>
            </p:cNvPr>
            <p:cNvSpPr/>
            <p:nvPr/>
          </p:nvSpPr>
          <p:spPr>
            <a:xfrm>
              <a:off x="10951308" y="996177"/>
              <a:ext cx="840970" cy="857675"/>
            </a:xfrm>
            <a:prstGeom prst="heptag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accent2">
                      <a:lumMod val="50000"/>
                    </a:schemeClr>
                  </a:solidFill>
                </a:rPr>
                <a:t>3</a:t>
              </a:r>
              <a:endParaRPr lang="id-ID" sz="36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CA44B8-E252-3F80-0F46-B036363ED32F}"/>
              </a:ext>
            </a:extLst>
          </p:cNvPr>
          <p:cNvGrpSpPr/>
          <p:nvPr/>
        </p:nvGrpSpPr>
        <p:grpSpPr>
          <a:xfrm>
            <a:off x="11125200" y="4991100"/>
            <a:ext cx="5715000" cy="5029200"/>
            <a:chOff x="11125200" y="5188262"/>
            <a:chExt cx="5486400" cy="4832038"/>
          </a:xfrm>
        </p:grpSpPr>
        <p:pic>
          <p:nvPicPr>
            <p:cNvPr id="4" name="image6.png" descr="A diagram of a graph&#10;&#10;Description automatically generated">
              <a:extLst>
                <a:ext uri="{FF2B5EF4-FFF2-40B4-BE49-F238E27FC236}">
                  <a16:creationId xmlns:a16="http://schemas.microsoft.com/office/drawing/2014/main" id="{77BFAEEC-83BA-9585-922A-EBED5310458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44" t="64118"/>
            <a:stretch>
              <a:fillRect/>
            </a:stretch>
          </p:blipFill>
          <p:spPr>
            <a:xfrm>
              <a:off x="11832492" y="8496300"/>
              <a:ext cx="4779108" cy="1524000"/>
            </a:xfrm>
            <a:prstGeom prst="rect">
              <a:avLst/>
            </a:prstGeom>
            <a:ln w="12700">
              <a:solidFill>
                <a:srgbClr val="000000"/>
              </a:solidFill>
              <a:prstDash val="solid"/>
            </a:ln>
          </p:spPr>
        </p:pic>
        <p:pic>
          <p:nvPicPr>
            <p:cNvPr id="5" name="image9.png" descr="A diagram of a graph&#10;&#10;Description automatically generated">
              <a:extLst>
                <a:ext uri="{FF2B5EF4-FFF2-40B4-BE49-F238E27FC236}">
                  <a16:creationId xmlns:a16="http://schemas.microsoft.com/office/drawing/2014/main" id="{E38A5C76-6605-F5BF-6CDF-A03703A62732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899" b="38085"/>
            <a:stretch>
              <a:fillRect/>
            </a:stretch>
          </p:blipFill>
          <p:spPr>
            <a:xfrm>
              <a:off x="11832492" y="5520990"/>
              <a:ext cx="4779108" cy="2884505"/>
            </a:xfrm>
            <a:prstGeom prst="rect">
              <a:avLst/>
            </a:prstGeom>
            <a:ln w="12700">
              <a:solidFill>
                <a:srgbClr val="000000"/>
              </a:solidFill>
              <a:prstDash val="solid"/>
            </a:ln>
          </p:spPr>
        </p:pic>
        <p:sp>
          <p:nvSpPr>
            <p:cNvPr id="13" name="Heptagon 12">
              <a:extLst>
                <a:ext uri="{FF2B5EF4-FFF2-40B4-BE49-F238E27FC236}">
                  <a16:creationId xmlns:a16="http://schemas.microsoft.com/office/drawing/2014/main" id="{9B560047-5A04-4055-4BE5-643AE2C6EA5B}"/>
                </a:ext>
              </a:extLst>
            </p:cNvPr>
            <p:cNvSpPr/>
            <p:nvPr/>
          </p:nvSpPr>
          <p:spPr>
            <a:xfrm>
              <a:off x="11125200" y="5188262"/>
              <a:ext cx="840970" cy="857675"/>
            </a:xfrm>
            <a:prstGeom prst="heptagon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accent2">
                      <a:lumMod val="50000"/>
                    </a:schemeClr>
                  </a:solidFill>
                </a:rPr>
                <a:t>4</a:t>
              </a:r>
              <a:endParaRPr lang="id-ID" sz="3600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p:sp>
        <p:nvSpPr>
          <p:cNvPr id="16" name="TextBox 15">
            <a:hlinkClick r:id="rId5"/>
            <a:extLst>
              <a:ext uri="{FF2B5EF4-FFF2-40B4-BE49-F238E27FC236}">
                <a16:creationId xmlns:a16="http://schemas.microsoft.com/office/drawing/2014/main" id="{E4D100F3-9406-B2F7-2F13-DFE6FE622459}"/>
              </a:ext>
            </a:extLst>
          </p:cNvPr>
          <p:cNvSpPr txBox="1"/>
          <p:nvPr/>
        </p:nvSpPr>
        <p:spPr>
          <a:xfrm>
            <a:off x="685800" y="9011037"/>
            <a:ext cx="108204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700" dirty="0"/>
              <a:t>Source code :</a:t>
            </a:r>
            <a:r>
              <a:rPr lang="en-US" sz="2700" b="1" dirty="0"/>
              <a:t> </a:t>
            </a:r>
            <a:r>
              <a:rPr lang="id-ID" sz="2700" b="1" i="1" dirty="0"/>
              <a:t>https://github.com/ekacs/ML-prediksi-tender-bermasalah</a:t>
            </a:r>
          </a:p>
        </p:txBody>
      </p:sp>
    </p:spTree>
    <p:extLst>
      <p:ext uri="{BB962C8B-B14F-4D97-AF65-F5344CB8AC3E}">
        <p14:creationId xmlns:p14="http://schemas.microsoft.com/office/powerpoint/2010/main" val="2273687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F8A73621-909D-AA8F-2B12-6E6EBD307E52}"/>
              </a:ext>
            </a:extLst>
          </p:cNvPr>
          <p:cNvGrpSpPr/>
          <p:nvPr/>
        </p:nvGrpSpPr>
        <p:grpSpPr>
          <a:xfrm>
            <a:off x="-76200" y="2503608"/>
            <a:ext cx="17073032" cy="7349264"/>
            <a:chOff x="126230" y="635097"/>
            <a:chExt cx="18110201" cy="8078543"/>
          </a:xfrm>
        </p:grpSpPr>
        <p:grpSp>
          <p:nvGrpSpPr>
            <p:cNvPr id="7" name="Group 7"/>
            <p:cNvGrpSpPr/>
            <p:nvPr/>
          </p:nvGrpSpPr>
          <p:grpSpPr>
            <a:xfrm>
              <a:off x="12911000" y="3477925"/>
              <a:ext cx="5325431" cy="1630185"/>
              <a:chOff x="-7455" y="-241102"/>
              <a:chExt cx="7100572" cy="2173580"/>
            </a:xfrm>
          </p:grpSpPr>
          <p:grpSp>
            <p:nvGrpSpPr>
              <p:cNvPr id="8" name="Group 8"/>
              <p:cNvGrpSpPr/>
              <p:nvPr/>
            </p:nvGrpSpPr>
            <p:grpSpPr>
              <a:xfrm>
                <a:off x="0" y="-241102"/>
                <a:ext cx="7093117" cy="2173580"/>
                <a:chOff x="0" y="-47625"/>
                <a:chExt cx="1401110" cy="429349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0" y="0"/>
                  <a:ext cx="1401110" cy="322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299" h="381724">
                      <a:moveTo>
                        <a:pt x="0" y="0"/>
                      </a:moveTo>
                      <a:lnTo>
                        <a:pt x="1307299" y="0"/>
                      </a:lnTo>
                      <a:lnTo>
                        <a:pt x="1307299" y="381724"/>
                      </a:lnTo>
                      <a:lnTo>
                        <a:pt x="0" y="381724"/>
                      </a:lnTo>
                      <a:close/>
                    </a:path>
                  </a:pathLst>
                </a:custGeom>
                <a:solidFill>
                  <a:srgbClr val="FFDA00"/>
                </a:solidFill>
              </p:spPr>
              <p:txBody>
                <a:bodyPr/>
                <a:lstStyle/>
                <a:p>
                  <a:endParaRPr lang="id-ID"/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0" y="-47625"/>
                  <a:ext cx="1307299" cy="429349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3698"/>
                    </a:lnSpc>
                  </a:pPr>
                  <a:endParaRPr/>
                </a:p>
              </p:txBody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-7455" y="107344"/>
                <a:ext cx="6986814" cy="152703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</a:pPr>
                <a:r>
                  <a:rPr lang="en-US" sz="3000" dirty="0" err="1">
                    <a:latin typeface="Canva Sans"/>
                    <a:ea typeface="Canva Sans"/>
                    <a:cs typeface="Canva Sans"/>
                    <a:sym typeface="Canva Sans"/>
                  </a:rPr>
                  <a:t>Prediksi</a:t>
                </a:r>
                <a:r>
                  <a:rPr lang="en-US" sz="3000" dirty="0">
                    <a:latin typeface="Canva Sans"/>
                    <a:ea typeface="Canva Sans"/>
                    <a:cs typeface="Canva Sans"/>
                    <a:sym typeface="Canva Sans"/>
                  </a:rPr>
                  <a:t> tender </a:t>
                </a:r>
                <a:r>
                  <a:rPr lang="en-US" sz="3000" dirty="0" err="1">
                    <a:latin typeface="Canva Sans"/>
                    <a:ea typeface="Canva Sans"/>
                    <a:cs typeface="Canva Sans"/>
                    <a:sym typeface="Canva Sans"/>
                  </a:rPr>
                  <a:t>berpotensi</a:t>
                </a:r>
                <a:r>
                  <a:rPr lang="en-US" sz="3000" dirty="0"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3000" dirty="0" err="1">
                    <a:latin typeface="Canva Sans"/>
                    <a:ea typeface="Canva Sans"/>
                    <a:cs typeface="Canva Sans"/>
                    <a:sym typeface="Canva Sans"/>
                  </a:rPr>
                  <a:t>terdapat</a:t>
                </a:r>
                <a:r>
                  <a:rPr lang="en-US" sz="3000" dirty="0">
                    <a:latin typeface="Canva Sans"/>
                    <a:ea typeface="Canva Sans"/>
                    <a:cs typeface="Canva Sans"/>
                    <a:sym typeface="Canva Sans"/>
                  </a:rPr>
                  <a:t> </a:t>
                </a:r>
                <a:r>
                  <a:rPr lang="en-US" sz="3000" dirty="0" err="1">
                    <a:latin typeface="Canva Sans"/>
                    <a:ea typeface="Canva Sans"/>
                    <a:cs typeface="Canva Sans"/>
                    <a:sym typeface="Canva Sans"/>
                  </a:rPr>
                  <a:t>temuan</a:t>
                </a:r>
                <a:endParaRPr lang="en-US" sz="3000" dirty="0">
                  <a:latin typeface="Canva Sans"/>
                  <a:ea typeface="Canva Sans"/>
                  <a:cs typeface="Canva Sans"/>
                  <a:sym typeface="Canva Sans"/>
                </a:endParaRPr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1816182">
              <a:off x="3862519" y="2648208"/>
              <a:ext cx="3674516" cy="788926"/>
            </a:xfrm>
            <a:custGeom>
              <a:avLst/>
              <a:gdLst/>
              <a:ahLst/>
              <a:cxnLst/>
              <a:rect l="l" t="t" r="r" b="b"/>
              <a:pathLst>
                <a:path w="2624132" h="619951">
                  <a:moveTo>
                    <a:pt x="0" y="0"/>
                  </a:moveTo>
                  <a:lnTo>
                    <a:pt x="2624132" y="0"/>
                  </a:lnTo>
                  <a:lnTo>
                    <a:pt x="2624132" y="619951"/>
                  </a:lnTo>
                  <a:lnTo>
                    <a:pt x="0" y="61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13" name="Freeform 13"/>
            <p:cNvSpPr/>
            <p:nvPr/>
          </p:nvSpPr>
          <p:spPr>
            <a:xfrm rot="19994279">
              <a:off x="4881812" y="6673815"/>
              <a:ext cx="3504853" cy="529086"/>
            </a:xfrm>
            <a:custGeom>
              <a:avLst/>
              <a:gdLst/>
              <a:ahLst/>
              <a:cxnLst/>
              <a:rect l="l" t="t" r="r" b="b"/>
              <a:pathLst>
                <a:path w="2239517" h="529086">
                  <a:moveTo>
                    <a:pt x="0" y="0"/>
                  </a:moveTo>
                  <a:lnTo>
                    <a:pt x="2239518" y="0"/>
                  </a:lnTo>
                  <a:lnTo>
                    <a:pt x="2239518" y="529085"/>
                  </a:lnTo>
                  <a:lnTo>
                    <a:pt x="0" y="529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948760" y="2171114"/>
              <a:ext cx="4243909" cy="5014540"/>
              <a:chOff x="0" y="0"/>
              <a:chExt cx="5658546" cy="668605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73151" y="2578027"/>
                <a:ext cx="3112243" cy="2229144"/>
              </a:xfrm>
              <a:custGeom>
                <a:avLst/>
                <a:gdLst/>
                <a:ahLst/>
                <a:cxnLst/>
                <a:rect l="l" t="t" r="r" b="b"/>
                <a:pathLst>
                  <a:path w="3112243" h="2229144">
                    <a:moveTo>
                      <a:pt x="0" y="0"/>
                    </a:moveTo>
                    <a:lnTo>
                      <a:pt x="3112244" y="0"/>
                    </a:lnTo>
                    <a:lnTo>
                      <a:pt x="3112244" y="2229144"/>
                    </a:lnTo>
                    <a:lnTo>
                      <a:pt x="0" y="22291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d-ID"/>
              </a:p>
            </p:txBody>
          </p:sp>
          <p:pic>
            <p:nvPicPr>
              <p:cNvPr id="16" name="Picture 16"/>
              <p:cNvPicPr>
                <a:picLocks noChangeAspect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>
              <a:xfrm rot="2201279">
                <a:off x="683773" y="2060139"/>
                <a:ext cx="4290999" cy="3711714"/>
              </a:xfrm>
              <a:prstGeom prst="rect">
                <a:avLst/>
              </a:prstGeom>
            </p:spPr>
          </p:pic>
          <p:sp>
            <p:nvSpPr>
              <p:cNvPr id="17" name="Freeform 17"/>
              <p:cNvSpPr/>
              <p:nvPr/>
            </p:nvSpPr>
            <p:spPr>
              <a:xfrm rot="897380">
                <a:off x="795457" y="478558"/>
                <a:ext cx="4067632" cy="2735483"/>
              </a:xfrm>
              <a:custGeom>
                <a:avLst/>
                <a:gdLst/>
                <a:ahLst/>
                <a:cxnLst/>
                <a:rect l="l" t="t" r="r" b="b"/>
                <a:pathLst>
                  <a:path w="4067632" h="2735483">
                    <a:moveTo>
                      <a:pt x="0" y="0"/>
                    </a:moveTo>
                    <a:lnTo>
                      <a:pt x="4067632" y="0"/>
                    </a:lnTo>
                    <a:lnTo>
                      <a:pt x="4067632" y="2735483"/>
                    </a:lnTo>
                    <a:lnTo>
                      <a:pt x="0" y="27354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id-ID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480346" y="635097"/>
              <a:ext cx="4950551" cy="3255407"/>
              <a:chOff x="311384" y="151414"/>
              <a:chExt cx="6600734" cy="434054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311384" y="451934"/>
                <a:ext cx="3545120" cy="4040023"/>
              </a:xfrm>
              <a:custGeom>
                <a:avLst/>
                <a:gdLst/>
                <a:ahLst/>
                <a:cxnLst/>
                <a:rect l="l" t="t" r="r" b="b"/>
                <a:pathLst>
                  <a:path w="3545120" h="4040023">
                    <a:moveTo>
                      <a:pt x="0" y="0"/>
                    </a:moveTo>
                    <a:lnTo>
                      <a:pt x="3545120" y="0"/>
                    </a:lnTo>
                    <a:lnTo>
                      <a:pt x="3545120" y="4040023"/>
                    </a:lnTo>
                    <a:lnTo>
                      <a:pt x="0" y="404002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178791" y="151414"/>
                <a:ext cx="4733327" cy="74204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94"/>
                  </a:lnSpc>
                </a:pPr>
                <a:r>
                  <a:rPr lang="en-US" sz="2800" b="1" dirty="0" err="1">
                    <a:latin typeface="Canva Sans Bold"/>
                    <a:ea typeface="Canva Sans Bold"/>
                    <a:cs typeface="Canva Sans Bold"/>
                    <a:sym typeface="Canva Sans Bold"/>
                  </a:rPr>
                  <a:t>Temuan</a:t>
                </a:r>
                <a:r>
                  <a:rPr lang="en-US" sz="2800" b="1" dirty="0">
                    <a:latin typeface="Canva Sans Bold"/>
                    <a:ea typeface="Canva Sans Bold"/>
                    <a:cs typeface="Canva Sans Bold"/>
                    <a:sym typeface="Canva Sans Bold"/>
                  </a:rPr>
                  <a:t> audit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70912C9-A5EF-2685-D2A6-E1F4163D1B65}"/>
                </a:ext>
              </a:extLst>
            </p:cNvPr>
            <p:cNvGrpSpPr/>
            <p:nvPr/>
          </p:nvGrpSpPr>
          <p:grpSpPr>
            <a:xfrm>
              <a:off x="1130359" y="4065454"/>
              <a:ext cx="3638444" cy="1902500"/>
              <a:chOff x="14090218" y="4861292"/>
              <a:chExt cx="3638444" cy="19025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4090218" y="5474222"/>
                <a:ext cx="3638444" cy="1289570"/>
              </a:xfrm>
              <a:custGeom>
                <a:avLst/>
                <a:gdLst/>
                <a:ahLst/>
                <a:cxnLst/>
                <a:rect l="l" t="t" r="r" b="b"/>
                <a:pathLst>
                  <a:path w="3638444" h="1289570">
                    <a:moveTo>
                      <a:pt x="0" y="0"/>
                    </a:moveTo>
                    <a:lnTo>
                      <a:pt x="3638444" y="0"/>
                    </a:lnTo>
                    <a:lnTo>
                      <a:pt x="3638444" y="1289570"/>
                    </a:lnTo>
                    <a:lnTo>
                      <a:pt x="0" y="12895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34294" b="-36755"/>
                </a:stretch>
              </a:blipFill>
            </p:spPr>
            <p:txBody>
              <a:bodyPr/>
              <a:lstStyle/>
              <a:p>
                <a:endParaRPr lang="id-ID"/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14134443" y="4861292"/>
                <a:ext cx="3549995" cy="1885557"/>
                <a:chOff x="0" y="-66674"/>
                <a:chExt cx="4733326" cy="2514075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365518" y="662940"/>
                  <a:ext cx="4002291" cy="178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291" h="1784461">
                      <a:moveTo>
                        <a:pt x="0" y="0"/>
                      </a:moveTo>
                      <a:lnTo>
                        <a:pt x="4002291" y="0"/>
                      </a:lnTo>
                      <a:lnTo>
                        <a:pt x="4002291" y="1784461"/>
                      </a:lnTo>
                      <a:lnTo>
                        <a:pt x="0" y="178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id-ID"/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0" y="-66674"/>
                  <a:ext cx="4733326" cy="803691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4620"/>
                    </a:lnSpc>
                  </a:pPr>
                  <a:r>
                    <a:rPr lang="en-US" sz="2800" b="1" dirty="0" err="1">
                      <a:latin typeface="Canva Sans Bold"/>
                      <a:ea typeface="Canva Sans Bold"/>
                      <a:cs typeface="Canva Sans Bold"/>
                      <a:sym typeface="Canva Sans Bold"/>
                    </a:rPr>
                    <a:t>informasi</a:t>
                  </a:r>
                  <a:r>
                    <a:rPr lang="en-US" sz="2800" b="1" dirty="0">
                      <a:latin typeface="Canva Sans Bold"/>
                      <a:ea typeface="Canva Sans Bold"/>
                      <a:cs typeface="Canva Sans Bold"/>
                      <a:sym typeface="Canva Sans Bold"/>
                    </a:rPr>
                    <a:t> tender</a:t>
                  </a:r>
                </a:p>
              </p:txBody>
            </p:sp>
          </p:grpSp>
        </p:grpSp>
        <p:sp>
          <p:nvSpPr>
            <p:cNvPr id="44" name="Freeform 44"/>
            <p:cNvSpPr/>
            <p:nvPr/>
          </p:nvSpPr>
          <p:spPr>
            <a:xfrm>
              <a:off x="11097776" y="4255990"/>
              <a:ext cx="1727904" cy="408217"/>
            </a:xfrm>
            <a:custGeom>
              <a:avLst/>
              <a:gdLst/>
              <a:ahLst/>
              <a:cxnLst/>
              <a:rect l="l" t="t" r="r" b="b"/>
              <a:pathLst>
                <a:path w="1727904" h="408217">
                  <a:moveTo>
                    <a:pt x="0" y="0"/>
                  </a:moveTo>
                  <a:lnTo>
                    <a:pt x="1727904" y="0"/>
                  </a:lnTo>
                  <a:lnTo>
                    <a:pt x="1727904" y="408217"/>
                  </a:lnTo>
                  <a:lnTo>
                    <a:pt x="0" y="408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4741888" y="4828530"/>
              <a:ext cx="2525234" cy="735621"/>
            </a:xfrm>
            <a:custGeom>
              <a:avLst/>
              <a:gdLst/>
              <a:ahLst/>
              <a:cxnLst/>
              <a:rect l="l" t="t" r="r" b="b"/>
              <a:pathLst>
                <a:path w="3113739" h="735621">
                  <a:moveTo>
                    <a:pt x="0" y="0"/>
                  </a:moveTo>
                  <a:lnTo>
                    <a:pt x="3113739" y="0"/>
                  </a:lnTo>
                  <a:lnTo>
                    <a:pt x="3113739" y="735621"/>
                  </a:lnTo>
                  <a:lnTo>
                    <a:pt x="0" y="735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0BB832F-DBE9-0479-5F87-01208480B6A9}"/>
                </a:ext>
              </a:extLst>
            </p:cNvPr>
            <p:cNvGrpSpPr/>
            <p:nvPr/>
          </p:nvGrpSpPr>
          <p:grpSpPr>
            <a:xfrm>
              <a:off x="1115909" y="6970997"/>
              <a:ext cx="3638444" cy="1254307"/>
              <a:chOff x="704277" y="6985701"/>
              <a:chExt cx="3638444" cy="125430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4277" y="7067523"/>
                <a:ext cx="3638444" cy="1172485"/>
              </a:xfrm>
              <a:custGeom>
                <a:avLst/>
                <a:gdLst/>
                <a:ahLst/>
                <a:cxnLst/>
                <a:rect l="l" t="t" r="r" b="b"/>
                <a:pathLst>
                  <a:path w="3638444" h="1172485">
                    <a:moveTo>
                      <a:pt x="0" y="0"/>
                    </a:moveTo>
                    <a:lnTo>
                      <a:pt x="3638444" y="0"/>
                    </a:lnTo>
                    <a:lnTo>
                      <a:pt x="3638444" y="1172485"/>
                    </a:lnTo>
                    <a:lnTo>
                      <a:pt x="0" y="117248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t="-47705" b="-40425"/>
                </a:stretch>
              </a:blipFill>
            </p:spPr>
            <p:txBody>
              <a:bodyPr/>
              <a:lstStyle/>
              <a:p>
                <a:endParaRPr lang="id-ID"/>
              </a:p>
            </p:txBody>
          </p:sp>
          <p:grpSp>
            <p:nvGrpSpPr>
              <p:cNvPr id="35" name="Group 35"/>
              <p:cNvGrpSpPr/>
              <p:nvPr/>
            </p:nvGrpSpPr>
            <p:grpSpPr>
              <a:xfrm>
                <a:off x="873442" y="6985701"/>
                <a:ext cx="3012758" cy="1164444"/>
                <a:chOff x="-1533966" y="-121589"/>
                <a:chExt cx="4017011" cy="1552591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-608870" y="933661"/>
                  <a:ext cx="3091915" cy="497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540" h="392655">
                      <a:moveTo>
                        <a:pt x="0" y="0"/>
                      </a:moveTo>
                      <a:lnTo>
                        <a:pt x="2002541" y="0"/>
                      </a:lnTo>
                      <a:lnTo>
                        <a:pt x="2002541" y="392655"/>
                      </a:lnTo>
                      <a:lnTo>
                        <a:pt x="0" y="3926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id-ID"/>
                </a:p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-1533966" y="-121589"/>
                  <a:ext cx="3995552" cy="1285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5552" h="1285526">
                      <a:moveTo>
                        <a:pt x="0" y="0"/>
                      </a:moveTo>
                      <a:lnTo>
                        <a:pt x="3995552" y="0"/>
                      </a:lnTo>
                      <a:lnTo>
                        <a:pt x="3995552" y="1285526"/>
                      </a:lnTo>
                      <a:lnTo>
                        <a:pt x="0" y="12855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id-ID"/>
                </a:p>
              </p:txBody>
            </p:sp>
          </p:grpSp>
        </p:grpSp>
        <p:sp>
          <p:nvSpPr>
            <p:cNvPr id="47" name="TextBox 47"/>
            <p:cNvSpPr txBox="1"/>
            <p:nvPr/>
          </p:nvSpPr>
          <p:spPr>
            <a:xfrm>
              <a:off x="126230" y="6404101"/>
              <a:ext cx="6139692" cy="577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68"/>
                </a:lnSpc>
              </a:pPr>
              <a:r>
                <a:rPr lang="en-US" sz="2400" b="1" dirty="0">
                  <a:latin typeface="Canva Sans Bold"/>
                  <a:ea typeface="Canva Sans Bold"/>
                  <a:cs typeface="Canva Sans Bold"/>
                  <a:sym typeface="Canva Sans Bold"/>
                </a:rPr>
                <a:t>Potential Fraud Analysis Score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5798" y="8251343"/>
              <a:ext cx="5179295" cy="4622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66"/>
                </a:lnSpc>
              </a:pPr>
              <a:r>
                <a:rPr lang="en-US" sz="2547" b="1" dirty="0">
                  <a:latin typeface="Arimo Bold"/>
                  <a:ea typeface="Arimo Bold"/>
                  <a:cs typeface="Arimo Bold"/>
                  <a:sym typeface="Arimo Bold"/>
                  <a:hlinkClick r:id="rId16" tooltip="https://opentender.net/method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https://opentender.net/method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3722912-850B-AA61-B110-1A75ED3BCD18}"/>
                </a:ext>
              </a:extLst>
            </p:cNvPr>
            <p:cNvSpPr txBox="1"/>
            <p:nvPr/>
          </p:nvSpPr>
          <p:spPr>
            <a:xfrm>
              <a:off x="10874307" y="3158257"/>
              <a:ext cx="1781006" cy="1048785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/>
                <a:t>Algoritma</a:t>
              </a:r>
              <a:r>
                <a:rPr lang="en-US" sz="2800" b="1" dirty="0"/>
                <a:t> KNN</a:t>
              </a:r>
              <a:endParaRPr lang="id-ID" sz="2800" b="1" dirty="0"/>
            </a:p>
          </p:txBody>
        </p:sp>
      </p:grpSp>
      <p:grpSp>
        <p:nvGrpSpPr>
          <p:cNvPr id="55" name="Group 10">
            <a:extLst>
              <a:ext uri="{FF2B5EF4-FFF2-40B4-BE49-F238E27FC236}">
                <a16:creationId xmlns:a16="http://schemas.microsoft.com/office/drawing/2014/main" id="{FD4B8699-161B-9109-E832-33F9908B29AD}"/>
              </a:ext>
            </a:extLst>
          </p:cNvPr>
          <p:cNvGrpSpPr/>
          <p:nvPr/>
        </p:nvGrpSpPr>
        <p:grpSpPr>
          <a:xfrm>
            <a:off x="451322" y="1672634"/>
            <a:ext cx="9043531" cy="632486"/>
            <a:chOff x="0" y="0"/>
            <a:chExt cx="6384160" cy="1767294"/>
          </a:xfrm>
        </p:grpSpPr>
        <p:grpSp>
          <p:nvGrpSpPr>
            <p:cNvPr id="56" name="Group 11">
              <a:extLst>
                <a:ext uri="{FF2B5EF4-FFF2-40B4-BE49-F238E27FC236}">
                  <a16:creationId xmlns:a16="http://schemas.microsoft.com/office/drawing/2014/main" id="{B8B55767-ABF5-6CAE-80AC-C85E51AD1FE2}"/>
                </a:ext>
              </a:extLst>
            </p:cNvPr>
            <p:cNvGrpSpPr/>
            <p:nvPr/>
          </p:nvGrpSpPr>
          <p:grpSpPr>
            <a:xfrm>
              <a:off x="0" y="0"/>
              <a:ext cx="6384160" cy="1767294"/>
              <a:chOff x="0" y="0"/>
              <a:chExt cx="1363108" cy="377342"/>
            </a:xfrm>
          </p:grpSpPr>
          <p:sp>
            <p:nvSpPr>
              <p:cNvPr id="58" name="Freeform 12">
                <a:extLst>
                  <a:ext uri="{FF2B5EF4-FFF2-40B4-BE49-F238E27FC236}">
                    <a16:creationId xmlns:a16="http://schemas.microsoft.com/office/drawing/2014/main" id="{9B308FAF-E0BA-09B6-E0E6-D08B61FB81A6}"/>
                  </a:ext>
                </a:extLst>
              </p:cNvPr>
              <p:cNvSpPr/>
              <p:nvPr/>
            </p:nvSpPr>
            <p:spPr>
              <a:xfrm>
                <a:off x="0" y="0"/>
                <a:ext cx="1363108" cy="377342"/>
              </a:xfrm>
              <a:custGeom>
                <a:avLst/>
                <a:gdLst/>
                <a:ahLst/>
                <a:cxnLst/>
                <a:rect l="l" t="t" r="r" b="b"/>
                <a:pathLst>
                  <a:path w="1363108" h="377342">
                    <a:moveTo>
                      <a:pt x="0" y="0"/>
                    </a:moveTo>
                    <a:lnTo>
                      <a:pt x="1363108" y="0"/>
                    </a:lnTo>
                    <a:lnTo>
                      <a:pt x="1363108" y="377342"/>
                    </a:lnTo>
                    <a:lnTo>
                      <a:pt x="0" y="377342"/>
                    </a:lnTo>
                    <a:close/>
                  </a:path>
                </a:pathLst>
              </a:custGeom>
              <a:solidFill>
                <a:srgbClr val="FFDA00"/>
              </a:solidFill>
            </p:spPr>
            <p:txBody>
              <a:bodyPr/>
              <a:lstStyle/>
              <a:p>
                <a:endParaRPr lang="id-ID"/>
              </a:p>
            </p:txBody>
          </p:sp>
          <p:sp>
            <p:nvSpPr>
              <p:cNvPr id="59" name="TextBox 13">
                <a:extLst>
                  <a:ext uri="{FF2B5EF4-FFF2-40B4-BE49-F238E27FC236}">
                    <a16:creationId xmlns:a16="http://schemas.microsoft.com/office/drawing/2014/main" id="{FC1797E0-9B9A-6C32-0C42-AD635491EC51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363108" cy="4249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7" name="TextBox 14">
              <a:extLst>
                <a:ext uri="{FF2B5EF4-FFF2-40B4-BE49-F238E27FC236}">
                  <a16:creationId xmlns:a16="http://schemas.microsoft.com/office/drawing/2014/main" id="{B0DD934E-3D03-07F1-9581-BB06F3F51DB7}"/>
                </a:ext>
              </a:extLst>
            </p:cNvPr>
            <p:cNvSpPr txBox="1"/>
            <p:nvPr/>
          </p:nvSpPr>
          <p:spPr>
            <a:xfrm>
              <a:off x="0" y="273558"/>
              <a:ext cx="6341057" cy="1193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775" b="1" dirty="0" err="1">
                  <a:latin typeface="Canva Sans Bold"/>
                  <a:ea typeface="Canva Sans Bold"/>
                  <a:cs typeface="Canva Sans Bold"/>
                  <a:sym typeface="Canva Sans Bold"/>
                </a:rPr>
                <a:t>Prediksi</a:t>
              </a:r>
              <a:r>
                <a:rPr lang="en-US" sz="2775" b="1" dirty="0">
                  <a:latin typeface="Canva Sans Bold"/>
                  <a:ea typeface="Canva Sans Bold"/>
                  <a:cs typeface="Canva Sans Bold"/>
                  <a:sym typeface="Canva Sans Bold"/>
                </a:rPr>
                <a:t> tender </a:t>
              </a:r>
              <a:r>
                <a:rPr lang="en-US" sz="2775" b="1" dirty="0" err="1">
                  <a:latin typeface="Canva Sans Bold"/>
                  <a:ea typeface="Canva Sans Bold"/>
                  <a:cs typeface="Canva Sans Bold"/>
                  <a:sym typeface="Canva Sans Bold"/>
                </a:rPr>
                <a:t>berpotensi</a:t>
              </a:r>
              <a:r>
                <a:rPr lang="en-US" sz="2775" b="1" dirty="0"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775" b="1" dirty="0" err="1">
                  <a:latin typeface="Canva Sans Bold"/>
                  <a:ea typeface="Canva Sans Bold"/>
                  <a:cs typeface="Canva Sans Bold"/>
                  <a:sym typeface="Canva Sans Bold"/>
                </a:rPr>
                <a:t>terdapat</a:t>
              </a:r>
              <a:r>
                <a:rPr lang="en-US" sz="2775" b="1" dirty="0"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775" b="1" dirty="0" err="1">
                  <a:latin typeface="Canva Sans Bold"/>
                  <a:ea typeface="Canva Sans Bold"/>
                  <a:cs typeface="Canva Sans Bold"/>
                  <a:sym typeface="Canva Sans Bold"/>
                </a:rPr>
                <a:t>temuan</a:t>
              </a:r>
              <a:endParaRPr lang="en-US" sz="2775" b="1" dirty="0"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60" name="TextBox 13">
            <a:extLst>
              <a:ext uri="{FF2B5EF4-FFF2-40B4-BE49-F238E27FC236}">
                <a16:creationId xmlns:a16="http://schemas.microsoft.com/office/drawing/2014/main" id="{4633E7C8-5AEB-27BE-637A-40F6DA8DB9DC}"/>
              </a:ext>
            </a:extLst>
          </p:cNvPr>
          <p:cNvSpPr txBox="1"/>
          <p:nvPr/>
        </p:nvSpPr>
        <p:spPr>
          <a:xfrm>
            <a:off x="434502" y="131357"/>
            <a:ext cx="825229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 dirty="0">
                <a:latin typeface="Sensei"/>
                <a:ea typeface="Sensei"/>
                <a:cs typeface="Sensei"/>
                <a:sym typeface="Sensei"/>
              </a:rPr>
              <a:t>Alur </a:t>
            </a:r>
            <a:r>
              <a:rPr lang="en-US" sz="8000" dirty="0" err="1">
                <a:latin typeface="Sensei"/>
                <a:ea typeface="Sensei"/>
                <a:cs typeface="Sensei"/>
                <a:sym typeface="Sensei"/>
              </a:rPr>
              <a:t>penggunaan</a:t>
            </a:r>
            <a:endParaRPr lang="en-US" sz="8000" dirty="0">
              <a:latin typeface="Sensei"/>
              <a:ea typeface="Sensei"/>
              <a:cs typeface="Sensei"/>
              <a:sym typeface="Sensei"/>
            </a:endParaRPr>
          </a:p>
        </p:txBody>
      </p:sp>
      <p:sp>
        <p:nvSpPr>
          <p:cNvPr id="61" name="TextBox 21">
            <a:extLst>
              <a:ext uri="{FF2B5EF4-FFF2-40B4-BE49-F238E27FC236}">
                <a16:creationId xmlns:a16="http://schemas.microsoft.com/office/drawing/2014/main" id="{0A1F8C25-CA5B-5979-7B5C-4217CE065302}"/>
              </a:ext>
            </a:extLst>
          </p:cNvPr>
          <p:cNvSpPr txBox="1"/>
          <p:nvPr/>
        </p:nvSpPr>
        <p:spPr>
          <a:xfrm>
            <a:off x="6403332" y="8683564"/>
            <a:ext cx="1236718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3300" b="1" u="sng" dirty="0">
                <a:latin typeface="Canva Sans Bold"/>
                <a:ea typeface="Canva Sans Bold"/>
                <a:cs typeface="Canva Sans Bold"/>
                <a:sym typeface="Canva Sans Bold"/>
                <a:hlinkClick r:id="rId17" tooltip="https://prediksi-tender-bermasalah-v2.streamlit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https://prediksi-tender-bermasalah-v2.streamlit.app/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00" y="266700"/>
            <a:ext cx="8305800" cy="922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latin typeface="Canva Sans Bold"/>
                <a:ea typeface="Canva Sans Bold"/>
                <a:cs typeface="Canva Sans Bold"/>
                <a:sym typeface="Canva Sans Bold"/>
              </a:rPr>
              <a:t>Hasil dan </a:t>
            </a:r>
            <a:r>
              <a:rPr lang="en-US" sz="5499" b="1" dirty="0" err="1">
                <a:latin typeface="Canva Sans Bold"/>
                <a:ea typeface="Canva Sans Bold"/>
                <a:cs typeface="Canva Sans Bold"/>
                <a:sym typeface="Canva Sans Bold"/>
              </a:rPr>
              <a:t>pembahasan</a:t>
            </a:r>
            <a:endParaRPr lang="en-US" sz="5499" b="1" dirty="0"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9100" y="3924300"/>
            <a:ext cx="17001538" cy="5709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3056" lvl="1" algn="just">
              <a:lnSpc>
                <a:spcPts val="4988"/>
              </a:lnSpc>
            </a:pP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Model KNN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berhasil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mencapai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akurasi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73% 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dalam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memprediksi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tender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bermasalah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pada dataset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penelitian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saat ini.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Meskipun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menjanjikan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akurasi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masih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bisa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ditingkatkan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dengan:</a:t>
            </a:r>
          </a:p>
          <a:p>
            <a:pPr marL="313056" lvl="1" algn="just">
              <a:lnSpc>
                <a:spcPts val="4988"/>
              </a:lnSpc>
            </a:pPr>
            <a:endParaRPr lang="en-US" sz="1500" dirty="0">
              <a:latin typeface="Canva Sans"/>
              <a:ea typeface="Canva Sans"/>
              <a:cs typeface="Canva Sans"/>
              <a:sym typeface="Canva Sans"/>
            </a:endParaRPr>
          </a:p>
          <a:p>
            <a:pPr marL="827406" lvl="1" indent="-514350" algn="just">
              <a:lnSpc>
                <a:spcPts val="4988"/>
              </a:lnSpc>
              <a:buFont typeface="+mj-lt"/>
              <a:buAutoNum type="arabicPeriod"/>
            </a:pP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Memperbesar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ukuran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dataset (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saat ini hanya 130 data valid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).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Akurasi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terukur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saat ini baru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mencapai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73%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dari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harapan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minimal 90%</a:t>
            </a:r>
          </a:p>
          <a:p>
            <a:pPr marL="827406" lvl="1" indent="-514350" algn="just">
              <a:lnSpc>
                <a:spcPts val="4988"/>
              </a:lnSpc>
              <a:buFont typeface="+mj-lt"/>
              <a:buAutoNum type="arabicPeriod"/>
            </a:pP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Menambahkan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variabel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tambahan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seperti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informasi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sanggahan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peserta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lelang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,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profil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perusahaan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pendukung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,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rekam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jejak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panitia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pemilihan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;</a:t>
            </a:r>
          </a:p>
          <a:p>
            <a:pPr marL="827406" lvl="1" indent="-514350" algn="just">
              <a:lnSpc>
                <a:spcPts val="4988"/>
              </a:lnSpc>
              <a:buFont typeface="+mj-lt"/>
              <a:buAutoNum type="arabicPeriod"/>
            </a:pP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Integrasi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metode</a:t>
            </a:r>
            <a:r>
              <a:rPr lang="en-US" sz="3000" dirty="0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 audit </a:t>
            </a:r>
            <a:r>
              <a:rPr lang="en-US" sz="3000" dirty="0" err="1">
                <a:highlight>
                  <a:srgbClr val="FFFF00"/>
                </a:highlight>
                <a:latin typeface="Canva Sans"/>
                <a:ea typeface="Canva Sans"/>
                <a:cs typeface="Canva Sans"/>
                <a:sym typeface="Canva Sans"/>
              </a:rPr>
              <a:t>tradisional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agar ML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dapat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mendukung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peran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manusia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 dalam proses audit secara </a:t>
            </a:r>
            <a:r>
              <a:rPr lang="en-US" sz="3000" dirty="0" err="1">
                <a:latin typeface="Canva Sans"/>
                <a:ea typeface="Canva Sans"/>
                <a:cs typeface="Canva Sans"/>
                <a:sym typeface="Canva Sans"/>
              </a:rPr>
              <a:t>efektif</a:t>
            </a:r>
            <a:r>
              <a:rPr lang="en-US" sz="3000" dirty="0"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7AF44-34EA-8EFC-4C13-490F7167DE51}"/>
              </a:ext>
            </a:extLst>
          </p:cNvPr>
          <p:cNvSpPr txBox="1"/>
          <p:nvPr/>
        </p:nvSpPr>
        <p:spPr>
          <a:xfrm>
            <a:off x="533400" y="1638300"/>
            <a:ext cx="16772938" cy="1651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</a:pPr>
            <a:r>
              <a:rPr lang="id-ID" sz="3000" kern="100" dirty="0"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Aplikasi purwarupa memungkinkan auditor memasukkan informasi tender ke dalam formulir </a:t>
            </a:r>
            <a:r>
              <a:rPr lang="id-ID" sz="3000" kern="100" dirty="0" err="1"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online</a:t>
            </a:r>
            <a:r>
              <a:rPr lang="id-ID" sz="3000" kern="100" dirty="0">
                <a:effectLst/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 dan </a:t>
            </a:r>
            <a:r>
              <a:rPr lang="id-ID" sz="3000" b="1" kern="100" dirty="0">
                <a:effectLst/>
                <a:highlight>
                  <a:srgbClr val="FFFF00"/>
                </a:highlight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mendapatkan prediksi apakah tender tersebut berpotensi “</a:t>
            </a:r>
            <a:r>
              <a:rPr lang="id-ID" sz="3000" b="1" kern="100" dirty="0">
                <a:solidFill>
                  <a:srgbClr val="00B050"/>
                </a:solidFill>
                <a:effectLst/>
                <a:highlight>
                  <a:srgbClr val="FFFF00"/>
                </a:highlight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bermasalah</a:t>
            </a:r>
            <a:r>
              <a:rPr lang="id-ID" sz="3000" b="1" kern="100" dirty="0">
                <a:effectLst/>
                <a:highlight>
                  <a:srgbClr val="FFFF00"/>
                </a:highlight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” atau “</a:t>
            </a:r>
            <a:r>
              <a:rPr lang="id-ID" sz="300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tidak</a:t>
            </a:r>
            <a:r>
              <a:rPr lang="id-ID" sz="3000" b="1" kern="100" dirty="0">
                <a:effectLst/>
                <a:highlight>
                  <a:srgbClr val="FFFF00"/>
                </a:highlight>
                <a:latin typeface="Canva Sans" panose="020B0604020202020204" charset="0"/>
                <a:ea typeface="Calibri" panose="020F0502020204030204" pitchFamily="34" charset="0"/>
                <a:cs typeface="Arial" panose="020B0604020202020204" pitchFamily="34" charset="0"/>
              </a:rPr>
              <a:t>”.</a:t>
            </a:r>
            <a:endParaRPr lang="id-ID" sz="3000" kern="100" dirty="0">
              <a:effectLst/>
              <a:highlight>
                <a:srgbClr val="FFFF00"/>
              </a:highlight>
              <a:latin typeface="Canva Sans" panose="020B060402020202020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1E4E1E-15DB-8AED-2002-37EE81C6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83252C6-847A-3841-2519-4977A13DC984}"/>
              </a:ext>
            </a:extLst>
          </p:cNvPr>
          <p:cNvSpPr txBox="1"/>
          <p:nvPr/>
        </p:nvSpPr>
        <p:spPr>
          <a:xfrm>
            <a:off x="381000" y="266700"/>
            <a:ext cx="8305800" cy="922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99"/>
              </a:lnSpc>
            </a:pPr>
            <a:r>
              <a:rPr lang="en-US" sz="5499" b="1" dirty="0">
                <a:latin typeface="Canva Sans Bold"/>
                <a:ea typeface="Canva Sans Bold"/>
                <a:cs typeface="Canva Sans Bold"/>
                <a:sym typeface="Canva Sans Bold"/>
              </a:rPr>
              <a:t>Kesimpulan &amp; Saran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3308B5-F54E-C136-FE6B-74C431992273}"/>
              </a:ext>
            </a:extLst>
          </p:cNvPr>
          <p:cNvSpPr txBox="1"/>
          <p:nvPr/>
        </p:nvSpPr>
        <p:spPr>
          <a:xfrm>
            <a:off x="762000" y="2019300"/>
            <a:ext cx="16611600" cy="5558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sz="3000" dirty="0">
                <a:highlight>
                  <a:srgbClr val="FFFF00"/>
                </a:highlight>
                <a:latin typeface="Canva Sans" panose="020B0604020202020204" charset="0"/>
              </a:rPr>
              <a:t>Penelitian ini membuktikan </a:t>
            </a:r>
            <a:r>
              <a:rPr lang="id-ID" sz="3000" dirty="0">
                <a:latin typeface="Canva Sans" panose="020B0604020202020204" charset="0"/>
              </a:rPr>
              <a:t>bahwa ML berbasis KNN memiliki potensi sebagai alat bantu efektif dalam audit atas risiko tender – memberikan bentuk </a:t>
            </a:r>
            <a:r>
              <a:rPr lang="id-ID" sz="3000" dirty="0" err="1">
                <a:latin typeface="Canva Sans" panose="020B0604020202020204" charset="0"/>
              </a:rPr>
              <a:t>konkrit</a:t>
            </a:r>
            <a:r>
              <a:rPr lang="id-ID" sz="3000" dirty="0">
                <a:latin typeface="Canva Sans" panose="020B0604020202020204" charset="0"/>
              </a:rPr>
              <a:t> </a:t>
            </a:r>
            <a:r>
              <a:rPr lang="id-ID" sz="3000" dirty="0" err="1">
                <a:latin typeface="Canva Sans" panose="020B0604020202020204" charset="0"/>
              </a:rPr>
              <a:t>early</a:t>
            </a:r>
            <a:r>
              <a:rPr lang="id-ID" sz="3000" dirty="0">
                <a:latin typeface="Canva Sans" panose="020B0604020202020204" charset="0"/>
              </a:rPr>
              <a:t> </a:t>
            </a:r>
            <a:r>
              <a:rPr lang="id-ID" sz="3000" dirty="0" err="1">
                <a:latin typeface="Canva Sans" panose="020B0604020202020204" charset="0"/>
              </a:rPr>
              <a:t>warning</a:t>
            </a:r>
            <a:r>
              <a:rPr lang="id-ID" sz="3000" dirty="0">
                <a:latin typeface="Canva Sans" panose="020B0604020202020204" charset="0"/>
              </a:rPr>
              <a:t> </a:t>
            </a:r>
            <a:r>
              <a:rPr lang="id-ID" sz="3000" dirty="0" err="1">
                <a:latin typeface="Canva Sans" panose="020B0604020202020204" charset="0"/>
              </a:rPr>
              <a:t>system</a:t>
            </a:r>
            <a:r>
              <a:rPr lang="id-ID" sz="3000" dirty="0">
                <a:latin typeface="Canva Sans" panose="020B0604020202020204" charset="0"/>
              </a:rPr>
              <a:t> bagi Inspektorat Jenderal selaku Aparat Pengawasan Intern . </a:t>
            </a:r>
            <a:endParaRPr lang="en-US" sz="3000" dirty="0">
              <a:latin typeface="Canva Sans" panose="020B0604020202020204" charset="0"/>
            </a:endParaRPr>
          </a:p>
          <a:p>
            <a:pPr algn="just">
              <a:lnSpc>
                <a:spcPct val="150000"/>
              </a:lnSpc>
            </a:pPr>
            <a:endParaRPr lang="en-US" sz="3000" dirty="0">
              <a:latin typeface="Canva Sans" panose="020B0604020202020204" charset="0"/>
            </a:endParaRPr>
          </a:p>
          <a:p>
            <a:pPr algn="just">
              <a:lnSpc>
                <a:spcPct val="150000"/>
              </a:lnSpc>
            </a:pPr>
            <a:r>
              <a:rPr lang="id-ID" sz="3000" dirty="0">
                <a:highlight>
                  <a:srgbClr val="FFFF00"/>
                </a:highlight>
                <a:latin typeface="Canva Sans" panose="020B0604020202020204" charset="0"/>
              </a:rPr>
              <a:t>Pengembangan lebih lanjut diperlukan </a:t>
            </a:r>
            <a:r>
              <a:rPr lang="id-ID" sz="3000" dirty="0">
                <a:latin typeface="Canva Sans" panose="020B0604020202020204" charset="0"/>
              </a:rPr>
              <a:t>melalui peningkatan kualitas dan kuantitas </a:t>
            </a:r>
            <a:r>
              <a:rPr lang="id-ID" sz="3000" dirty="0" err="1">
                <a:latin typeface="Canva Sans" panose="020B0604020202020204" charset="0"/>
              </a:rPr>
              <a:t>dataset</a:t>
            </a:r>
            <a:r>
              <a:rPr lang="id-ID" sz="3000" dirty="0">
                <a:latin typeface="Canva Sans" panose="020B0604020202020204" charset="0"/>
              </a:rPr>
              <a:t>, eksplorasi algoritma ML lain (termasuk </a:t>
            </a:r>
            <a:r>
              <a:rPr lang="id-ID" sz="3000" dirty="0" err="1">
                <a:latin typeface="Canva Sans" panose="020B0604020202020204" charset="0"/>
              </a:rPr>
              <a:t>Generative</a:t>
            </a:r>
            <a:r>
              <a:rPr lang="id-ID" sz="3000" dirty="0">
                <a:latin typeface="Canva Sans" panose="020B0604020202020204" charset="0"/>
              </a:rPr>
              <a:t> AI), integrasi dengan metode audit tradisional, serta mempertimbangkan aspek regulasi terkait penggunaan AI dalam proses audit di Indonesia .</a:t>
            </a:r>
          </a:p>
        </p:txBody>
      </p:sp>
    </p:spTree>
    <p:extLst>
      <p:ext uri="{BB962C8B-B14F-4D97-AF65-F5344CB8AC3E}">
        <p14:creationId xmlns:p14="http://schemas.microsoft.com/office/powerpoint/2010/main" val="118176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10668000" y="3009900"/>
            <a:ext cx="8204798" cy="4631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20"/>
              </a:lnSpc>
            </a:pPr>
            <a:r>
              <a:rPr lang="en-US" sz="16532" dirty="0">
                <a:latin typeface="Sensei"/>
                <a:ea typeface="Sensei"/>
                <a:cs typeface="Sensei"/>
                <a:sym typeface="Sensei"/>
              </a:rPr>
              <a:t>THANK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54229" y="7565213"/>
            <a:ext cx="9426476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>
                <a:latin typeface="One Little Font"/>
                <a:ea typeface="One Little Font"/>
                <a:cs typeface="One Little Font"/>
                <a:sym typeface="One Little Font"/>
              </a:rPr>
              <a:t>ANY QUESTION, SUGGESTIONS </a:t>
            </a:r>
          </a:p>
          <a:p>
            <a:pPr algn="ctr">
              <a:lnSpc>
                <a:spcPts val="6299"/>
              </a:lnSpc>
            </a:pPr>
            <a:r>
              <a:rPr lang="en-US" sz="4500" dirty="0">
                <a:latin typeface="One Little Font"/>
                <a:ea typeface="One Little Font"/>
                <a:cs typeface="One Little Font"/>
                <a:sym typeface="One Little Font"/>
              </a:rPr>
              <a:t>OR FEEDBACK 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EDD3DA-8F78-42E8-FCBC-A68829AE0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100"/>
            <a:ext cx="11102975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456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Canva Sans Bold</vt:lpstr>
      <vt:lpstr>Canva Sans</vt:lpstr>
      <vt:lpstr>One Little Font</vt:lpstr>
      <vt:lpstr>Calibri</vt:lpstr>
      <vt:lpstr>Sensei</vt:lpstr>
      <vt:lpstr>Aptos</vt:lpstr>
      <vt:lpstr>Arial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</dc:title>
  <dc:creator>USER</dc:creator>
  <cp:lastModifiedBy>Koordinator Pengawasan II</cp:lastModifiedBy>
  <cp:revision>17</cp:revision>
  <dcterms:created xsi:type="dcterms:W3CDTF">2006-08-16T00:00:00Z</dcterms:created>
  <dcterms:modified xsi:type="dcterms:W3CDTF">2025-06-09T16:44:38Z</dcterms:modified>
  <dc:identifier>DAGYsT4BZwc</dc:identifier>
</cp:coreProperties>
</file>